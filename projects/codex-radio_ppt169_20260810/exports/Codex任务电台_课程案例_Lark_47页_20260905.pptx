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0.xml"/>
</Relationships>
</file>

<file path=ppt/notesSlides/_rels/notesSlide3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1.xml"/>
</Relationships>
</file>

<file path=ppt/notesSlides/_rels/notesSlide3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2.xml"/>
</Relationships>
</file>

<file path=ppt/notesSlides/_rels/notesSlide3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3.xml"/>
</Relationships>
</file>

<file path=ppt/notesSlides/_rels/notesSlide3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4.xml"/>
</Relationships>
</file>

<file path=ppt/notesSlides/_rels/notesSlide3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5.xml"/>
</Relationships>
</file>

<file path=ppt/notesSlides/_rels/notesSlide3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6.xml"/>
</Relationships>
</file>

<file path=ppt/notesSlides/_rels/notesSlide3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7.xml"/>
</Relationships>
</file>

<file path=ppt/notesSlides/_rels/notesSlide3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8.xml"/>
</Relationships>
</file>

<file path=ppt/notesSlides/_rels/notesSlide3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9.xml"/>
</Relationships>
</file>

<file path=ppt/notesSlides/_rels/notesSlide4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0.xml"/>
</Relationships>
</file>

<file path=ppt/notesSlides/_rels/notesSlide4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1.xml"/>
</Relationships>
</file>

<file path=ppt/notesSlides/_rels/notesSlide4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2.xml"/>
</Relationships>
</file>

<file path=ppt/notesSlides/_rels/notesSlide4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3.xml"/>
</Relationships>
</file>

<file path=ppt/notesSlides/_rels/notesSlide4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4.xml"/>
</Relationships>
</file>

<file path=ppt/notesSlides/_rels/notesSlide4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5.xml"/>
</Relationships>
</file>

<file path=ppt/notesSlides/_rels/notesSlide4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6.xml"/>
</Relationships>
</file>

<file path=ppt/notesSlides/_rels/notesSlide4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大家好，我是 Lark。今天带来的案例叫《Codex 任务电台》。它看起来是一把八键小键盘，但我把它改成了四个 Codex 任务的实体入口：可以对任务说话，也可以直接从键盘听任务汇报。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我是 Lark，从嵌入式软件转向 AI 产品工作。这次案例同时涉及固件、电脑端软件和模型服务，我会沿着实际操作来讲：从为什么想做，到怎样跑通，再到出了问题怎么查。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先看操作。按住上排键，对一个 Codex 任务说要求；松开以后，识别出的文字排进对应任务。任务完成，且总结音频准备好后，对应的灯亮。再按一下下排键，键盘就播放这次结果。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四个槽分别对应四个 Codex 任务。常用要求可以直接说，结果可以按需听；需要检查代码或处理授权时，仍然回到电脑。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这个想法来自我的真实工作。我经常同时开着几个 Codex 任务：一个改固件，一个做 App，一个跑测试，还有一个整理文档。它们都能并行，但我会不断切窗口，看谁做完了、谁在等我，注意力就这样被切碎了。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我后来把麻烦归成三件事。第一，很多粗粒度要求明明说一句就够了，却必须坐回电脑前打字。第二，我总在切窗口。第三，我总想知道结果出来没有，于是本来能离开的时间，还是守在屏幕旁边。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可以同时跑四个任务，人却只有一双手。真正卡住我的，不是模型写代码的速度，而是下要求、看状态、收结果这几件小事。每件事都不难，但一天做几十次，就很打断工作。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这时我手边正好有一块 EasyInput V2。它有八个键、五颗灯、麦克风、Wi-Fi、PSRAM，也留了扬声器链路。八个键刚好可以分成上下两排：上排说，下排听。于是它不再只是一把快捷键键盘，而是一个四频道任务对讲机。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我用了对讲机这个比喻，因为它很容易理解。四个任务就是四个频道。对哪个频道说，要求就进入哪个任务；哪个频道有回信，就亮哪颗灯；想听哪个频道，就按对应的下排键。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这是最初的交互草图，主体没有变。S1 到 S4 负责按住说话，S5 到 S8 负责收听。左起四颗灯一一对应四个语音信箱，最右第五颗单独显示后台有几个任务正在跑。旋钮也没有闲着：逆时针调小键盘扬声器，顺时针调大，短按一下还会直接告诉我现在是百分之多少。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这里是同一块 EasyInput V2 的实物。课程不需要重新焊一套硬件，而是改固件和电脑端软件：按键从快捷键变成录音和播放入口，旋钮控制板载音量。后面的芯片和接口继续使用。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不用先记芯片型号，先用人话认识它。八个机械键让它能按，旋钮直接调键盘自己的播报音量，I2S 麦克风让它能听，功放和扬声器让它能说，五颗 RGB 灯让它安静地提示状态。音量做成十档，逆时针减、顺时针加；短按旋钮，键盘会直接播报当前档位。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这两张是实际 PCB 资料图。PSRAM 放音频缓冲，Wi-Fi 和 Mac 传声音，数字功放驱动扬声器。排查没声音时，沿着缓冲、传输、解码和播放逐段看，比先猜是哪颗芯片坏了更有效。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第一版我先选择同一个局域网。键盘和 Mac 连到同一个 Wi-Fi，声音和状态都直接走本地链路。这样问题更容易定位，数据也更可控。标题里的“远程开发”，指的是人可以离开 Codex 窗口继续工作，不是说当前版本已经能从公网遥控家里的 Mac。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这是实际 App 的脱敏截图。界面用于选择 Codex 任务、绑定四槽，查看排队数和未听汇报。它没有键盘在线探测字段，Host 正常也不能直接证明设备已连通。数据库只由 Host 管理，界面通过 Host 读取状态。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输入动作很简单。按住 S1 到 S4 中的一个键，键盘开始录音；直接说要求；松开以后结束录音。Mac 调用千问 ASR 把语音转成文字，再把文字排进对应 Codex 任务的队列里。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最有价值的动作其实是“发完就走”。我不需要看进度条，也不用等一段命令跑完。Codex 在后台做事，我可以去处理别的工作。只有任务真的完成，系统才来提醒我。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颗灯现在分成两种职责。左起四颗仍然是四个语音信箱：哪个任务完成了，对应槽位就亮，未听内容越多越亮。最右第五颗只看后台忙碌程度：空闲是绿色，一个任务黄色，两个橙色，三个紫色，四个红色；全部完成后再回到绿色。为了让紫色和红色不是只画在图上，Host 允许四个不同任务同时运行；但同一个任务仍然排队，避免同一段对话同时写入。这样一眼就能分清“还有多少任务在跑”和“哪些结果还没听”。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上下两排是一一配对的。S1 负责给槽一说话，S5 负责听槽一；S2 对 S6，S3 对 S7，S4 对 S8。按一下下排键，就播放那个槽提前生成好的音频，不需要再临时等待总结。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分工按这三部分看。键盘收声音、亮灯、播放；Mac 管理绑定和队列，调用模型服务并缓存音频；Codex 执行要求。第五灯也由 Mac 根据真实任务事件计算，固件只显示收到的运行数。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接下来十页解释复现时会遇到的名词。每页看一个问题：网络怎么走，配置存在哪，什么情况下才算听完。第一次听不必记协议字段，动手遇到问题时再回来对照。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先把图里的两段网络分开看。键盘只连接局域网里的 Mac，Mac 再把录音发给 DashScope 识别，调用 Codex 执行任务，最后调用 TTS。我们省掉了键盘和 Mac 之间的公网中继，没有把模型搬到本地。断外网时，新的识别、任务和合成都可能停下来。UDP 是沿用现有音频链的选择，WebSocket 也能用在局域网，不能简单说单片机用不了。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键盘没有屏幕，连接信息由电脑下发。本课的 provision-lan 命令走 USB HID，保存网络名称、密码、Mac 地址、端口和设备密钥。它收到精确的保存确认后才报告成功，但保存成功还不是连通成功，后面要看心跳和任务状态变化。如果 Mac 的地址变了，也要更新端点。固件有蓝牙管理通道，不代表这个命令会在 USB 失败时自动切蓝牙。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这张表按实际地址列出 Flash 内容。NVS 在应用程序前面，保存 Wi-Fi、设备密钥和音量。我们的烧录命令只写引导、分区表和应用，不擦 NVS 及独立音效区。还要注意，十档音量提示音嵌入在应用镜像里，不是在后面的音效分区。保留配置有一个前提：板型和分区布局一致。换布局或整片擦除时，不能沿用这项结论。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上行每秒有一万六千个采样点，用十六位单声道 PCM 表示。它从数字麦克风经过 I2S 进入固件，再分帧发给 Mac。下行则由 TTS 生成四万八千赫兹的音频，Host 编码成 ADPCM，再加密下发。这里不要混淆认证和加密：上行带 HMAC 校验，不额外隐藏 PCM 内容。声音变快或变尖时，采样率是一个值得先检查的参数，但也不能只凭听感确定原因。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这两个名词要分开记。HMAC 用来检查来源和数据完整性，内容本身仍可能被读取；AES-GCM 才负责加密音频，同时验证密文。我们对上行 PCM 和控制报文做认证，下行音频与本地缓存使用加密。设备通信密钥和 Mac 缓存密钥也是分开的。排错时要看哪一层校验失败，不要因为都在家里的 Wi-Fi 就跳过检查。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看这个例子：摘要版本七还没听完，播放到一半断电了。重连后内容仍然是版本七，只是重新建立播放身份 B。上一轮 A 的回执如果迟到了，不能拿它当作 B 已经播完。只有 B 真正完成且身份匹配，Host 才消费这条未读。实际协议还会检查连接编号和租约；不要把摘要版本和连接重建混成一个编号。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图里任务一有 A、B、C 三条要求，只有 A 正在执行。其他不同任务可以同时运行，最多四路。第五灯数的是实际运行的任务，不把还在排队的要求算进去，所以这个例子显示紫色。队列是按任务而不是按物理槽划分的：把两个槽都绑定到同一个任务，也只会使用同一条队列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任务结束和音频就绪是两个时间点。Host 看到 task_complete 后更新运行数，然后取助手最终回复做总结，再调用 TTS。等缓存完整发布，对应信箱灯才亮。所以任务做完后还可能等一会。完成事件也不等于任务成功，最后回复可能是在报告失败或需要人处理的阻碍。摘要没有固定十五秒限制，长度随实际内容变化。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上面一条是收数据，下面一条是播放。收到二十四 KiB 后，键盘就开始解码播放，后续数据继续到达；很短的音频则收完再播。这能减少等待，但网络太慢仍可能卡住或失败。收完数据后也不能立刻删缓存，要等扬声器完成并回传匹配身份的确认。中途断电，灯会灭，但 Host 里的未读记录应保留，重连后再恢复显示。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App 窗口只负责绑定和显示状态，实际后台进程是 easy-codex-host。它在用户登录后由 LaunchAgent 运行，管理任务观察、SQLite 和缓存文件。关闭窗口不会停掉它，但 Mac 睡眠、退出登录或断网仍会影响工作。要升级后台程序，用 launch-agent-upgrade；只重开窗口不会替换 Host。接下来把这些机制串成输入和播放两条链路。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语音输入这条链是这样的。键盘采集十六千赫兹单声道 PCM，通过局域网送到 Mac。Mac 调用北京区 DashScope 的千问语音识别，把声音变成文字，再把文字放进绑定任务。键盘不需要理解内容，它只要把声音可靠送到就行。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任务完成以后，Host 读取助手最后的回复，再交给隔离运行的 Codex Luna High 提炼。这里我限制的是来源：只看真正完成时的助手回复，不把调试过程、工具日志和中间想法念出来。短结果就说一句，复杂结果才多讲。实践中我也踩过一个坑：给总结加太多字数、证据和内容评分，反而会把本来能听的结果挡住。现在质量交给 Luna，Host 只守结构、任务归属、长度、脱敏和有效音频这些运行底线。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总结完成后，Mac 把整段文字一次交给千问 Audio 3.0 TTS Flash，用龙安风玥女声生成一条完整音频，再加密缓存到本地，不做分句拼接。按下播放键后，键盘通过局域网取回对应音频，再交给 I2S 扬声器播放。音频早在任务完成时就已经生成，所以按键不是临时等云端合成。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来源分两层。最初固件基线来自 easy-input-keyboard；加入 Codex 接入和远程探索的工程是 easy-codex-input。这次实际从后者抽出本地 Wi-Fi 版本，建立 Codex_Keyboard，分成 firmware 和 app。两个来源仓库都保留，不在里面继续加课程专用修改。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开发过程并不顺。第一个问题是下载模式很难进，串口设备只在上电瞬间出现。最后固定的方法是先用 debug reset 拉住，再抓断电上电的瞬间。另一个问题更迷惑：有开机音，却没有任务音频。开机音只证明扬声器能响，不能证明网络、缓存和解码都通，所以必须逐段排查。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后来还有三类更隐蔽的问题。传输窗口大过设备的 UDP 接收队列，导致丢包和重传，听起来就是每次都很慢。灯带在 PCB 正面看是从左到右，但数据链路方向相反，所以灯序一开始完全反了。最后一个问题最值得讲：任务和总结其实都完成了，S7 却不亮，因为我给 Luna 输出叠了太多自以为安全的内容门禁。解决办法不是继续加规则，而是删掉没有产品价值的评分，只留运行底线。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项目让我反复提醒自己：测试绿了，不等于真机通过。代码检查只能证明结构，自动化测试证明函数和协议，运行日志证明包到过。最后还要真实按键、看灯、听声音，再确认播放结束后灯真的熄灭。人的耳朵和手，仍然是最后一道验收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同一块板还可以改成很多东西，比如会议任务遥控器、工位语音信箱、设备调试台，或者家庭自动化控制台。不过我更建议从问题出发：先找一个每天都在重复、总打断你的动作，再决定它应该长成什么硬件。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按准备情况选择练习。没有设备可以先画输入和播放链路；有 Mac 和板子，就按教程复现，留下逐项验收记录和演示视频。视频只展示其中一段，不代替并发、断线和重启检查。跑通之后再改音色或总结侧重点，最后才考虑换任务执行器。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先绑定一个测试任务，把说进去和听回来都跑通。再找一件你经常做的事，改一个小功能，记录改前和改后的差别。代码版本、操作步骤和实际结果留下来，下一次遇到问题就有依据。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附录先列公开硬件参数。主控是 ESP32-S3R8，带八兆 PSRAM，外置十六兆 Flash；有八个机械键、一个可旋转和按压的旋钮、五颗 WS2812、I2S 麦克风、数字功放和扬声器接口，同时支持 USB-C、蓝牙和二点四 GHz Wi-Fi。本案例把旋钮接成十档板载音量控制，并在固件里放入十条预生成音量提示音。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 V2 板正面丝印和 GPIO 的最终对照。上排 S1、S2、S3、S4 分别是 GPIO2、47、38、41；下排 S5、S6、S7、S8 分别是 GPIO1、6、7、48。排查键位时要看丝印和运行诊断，不能根据最终功能猜 GPIO。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当前分支由固件处理物理 PTT：按下时启动本次采集，上传带 HMAC 的 EIAU v3 音频帧，松手后发送 EIAE v3 结束帧。不是 Host 先下发 EICC start。Host 整理音频、调用 Qwen ASR，然后把文本排队，到执行时通过 stdin 交给 Codex。连接和采集身份用于隔离旧数据。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Host 观察到完成事件后更新运行数，再通过心跳同步第五灯，不是零延迟。Luna High 整理总结，TTS 一次合成整段文字，缓存发布后才有信箱灯。键盘预缓冲二十四 KiB 后边收边播。只有真实播放完成且回执身份匹配，才消费这一条未读；如果已产生新总结，对应灯仍会亮。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密钥只存在 Mac 本地的 `.env`，权限设为 0600，并由 Git 忽略。摘要状态在 Host 管理的 SQLite 中，音频加密缓存到 Mac，听完后删除。键盘只保存连接所需配置，运行时只认槽位号，不保存 Codex 对话。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完整工程在公开仓库 Larkspur-Wang/Codex_Keyboard。firmware 目录是 ESP-IDF 设备端，app 目录包含 Rust Host 和 Dashboard，docs 记录产品、架构、协议与开发过程。建议先按 README 跑同 Wi-Fi 演示，再深入看测试和协议。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88f1fd967db2ac99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84fe157bea22954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8b96eddb12e3e01d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47511d40799189a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47511d40799189a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47511d40799189a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f7d5d09317f7ed8.png"/>
  <Relationship Id="rId3" Type="http://schemas.openxmlformats.org/officeDocument/2006/relationships/image" Target="../media/image_deb3c772a1d99dbb.png"/>
  <Relationship Id="rId4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64362170501dcec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7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8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9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0.xml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1.xml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2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3.xml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4.xml"/>
</Relationships>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5.xml"/>
</Relationships>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6.xml"/>
</Relationships>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7.xml"/>
</Relationships>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8.xml"/>
</Relationships>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0f5042036d98b61.png"/>
  <Relationship Id="rId3" Type="http://schemas.openxmlformats.org/officeDocument/2006/relationships/notesSlide" Target="../notesSlides/notesSlide39.xml"/>
</Relationships>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187911966bf8db7.png"/>
  <Relationship Id="rId3" Type="http://schemas.openxmlformats.org/officeDocument/2006/relationships/notesSlide" Target="../notesSlides/notesSlide40.xml"/>
</Relationships>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0261b917929acc8.png"/>
  <Relationship Id="rId3" Type="http://schemas.openxmlformats.org/officeDocument/2006/relationships/notesSlide" Target="../notesSlides/notesSlide41.xml"/>
</Relationships>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eb3c772a1d99dbb.png"/>
  <Relationship Id="rId3" Type="http://schemas.openxmlformats.org/officeDocument/2006/relationships/notesSlide" Target="../notesSlides/notesSlide42.xml"/>
</Relationships>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3.xml"/>
</Relationships>
</file>

<file path=ppt/slides/_rels/slide4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4.xml"/>
</Relationships>
</file>

<file path=ppt/slides/_rels/slide4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5.xml"/>
</Relationships>
</file>

<file path=ppt/slides/_rels/slide4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6.xml"/>
</Relationships>
</file>

<file path=ppt/slides/_rels/slide4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0261b917929acc8.png"/>
  <Relationship Id="rId3" Type="http://schemas.openxmlformats.org/officeDocument/2006/relationships/notesSlide" Target="../notesSlides/notesSlide4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6477000" cy="6858000"/>
            </a:xfrm>
            <a:prstGeom prst="rect">
              <a:avLst/>
            </a:prstGeom>
            <a:solidFill>
              <a:srgbClr val="F3F5F3">
                <a:alpha val="92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37210" y="914400"/>
            <a:ext cx="3337179" cy="3190875"/>
            <a:chOff x="537210" y="914400"/>
            <a:chExt cx="3337179" cy="3190875"/>
          </a:xfrm>
        </p:grpSpPr>
        <p:sp>
          <p:nvSpPr>
            <p:cNvPr id="5" name="Rectangle 5"/>
            <p:cNvSpPr/>
            <p:nvPr/>
          </p:nvSpPr>
          <p:spPr>
            <a:xfrm>
              <a:off x="609600" y="914400"/>
              <a:ext cx="876300" cy="76200"/>
            </a:xfrm>
            <a:prstGeom prst="rect">
              <a:avLst/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37210" y="1213485"/>
              <a:ext cx="2339554" cy="1158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Codex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37210" y="2051685"/>
              <a:ext cx="3337179" cy="1158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任务电台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21030" y="3678555"/>
              <a:ext cx="257365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一把键盘，远程开发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26745" y="5460682"/>
            <a:ext cx="2803088" cy="628174"/>
            <a:chOff x="626745" y="5460682"/>
            <a:chExt cx="2803088" cy="628174"/>
          </a:xfrm>
        </p:grpSpPr>
        <p:sp>
          <p:nvSpPr>
            <p:cNvPr id="10" name="TextBox 10"/>
            <p:cNvSpPr txBox="1"/>
            <p:nvPr/>
          </p:nvSpPr>
          <p:spPr>
            <a:xfrm>
              <a:off x="626745" y="5460682"/>
              <a:ext cx="5501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Lark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5860256"/>
              <a:ext cx="27964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知名外企嵌入式软件与 AI 产品转型负责人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33412" y="6146006"/>
            <a:ext cx="1851303" cy="435769"/>
            <a:chOff x="633412" y="6146006"/>
            <a:chExt cx="1851303" cy="435769"/>
          </a:xfrm>
        </p:grpSpPr>
        <p:sp>
          <p:nvSpPr>
            <p:cNvPr id="13" name="TextBox 13"/>
            <p:cNvSpPr txBox="1"/>
            <p:nvPr/>
          </p:nvSpPr>
          <p:spPr>
            <a:xfrm>
              <a:off x="633412" y="6146006"/>
              <a:ext cx="18513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背景为概念示意（AI 生成）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6270" y="6398895"/>
              <a:ext cx="18410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EasyInput V2 × Codex × 本地语音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3F5F3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33350" cy="6858000"/>
            </a:xfrm>
            <a:prstGeom prst="rect">
              <a:avLst/>
            </a:prstGeom>
            <a:solidFill>
              <a:srgbClr val="1E9668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73405" y="568642"/>
            <a:ext cx="7098030" cy="807720"/>
            <a:chOff x="573405" y="568642"/>
            <a:chExt cx="7098030" cy="807720"/>
          </a:xfrm>
        </p:grpSpPr>
        <p:sp>
          <p:nvSpPr>
            <p:cNvPr id="5" name="TextBox 5"/>
            <p:cNvSpPr txBox="1"/>
            <p:nvPr/>
          </p:nvSpPr>
          <p:spPr>
            <a:xfrm>
              <a:off x="573405" y="568642"/>
              <a:ext cx="551942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Lark：从嵌入式软件到 AI 产品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88645" y="1041082"/>
              <a:ext cx="708279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这次把固件、电脑端软件和模型服务接在一起，做一个自己会用的工具。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2500" y="2247900"/>
            <a:ext cx="1855470" cy="2338388"/>
            <a:chOff x="952500" y="2247900"/>
            <a:chExt cx="1855470" cy="2338388"/>
          </a:xfrm>
        </p:grpSpPr>
        <p:sp>
          <p:nvSpPr>
            <p:cNvPr id="8" name="Ellipse 8"/>
            <p:cNvSpPr/>
            <p:nvPr/>
          </p:nvSpPr>
          <p:spPr>
            <a:xfrm>
              <a:off x="952500" y="2247900"/>
              <a:ext cx="1409700" cy="1409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371606" y="2723569"/>
              <a:ext cx="571489" cy="457782"/>
              <a:chOff x="1371606" y="2723569"/>
              <a:chExt cx="571489" cy="45778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390650" y="2857500"/>
                <a:ext cx="5334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190500">
                    <a:moveTo>
                      <a:pt x="533400" y="95250"/>
                    </a:moveTo>
                    <a:lnTo>
                      <a:pt x="419100" y="190500"/>
                    </a:lnTo>
                    <a:lnTo>
                      <a:pt x="114300" y="190500"/>
                    </a:lnTo>
                    <a:lnTo>
                      <a:pt x="0" y="95250"/>
                    </a:lnTo>
                    <a:lnTo>
                      <a:pt x="114300" y="0"/>
                    </a:lnTo>
                    <a:lnTo>
                      <a:pt x="419100" y="0"/>
                    </a:ln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371606" y="2723569"/>
                <a:ext cx="571489" cy="457782"/>
              </a:xfrm>
              <a:custGeom>
                <a:avLst/>
                <a:gdLst/>
                <a:ahLst/>
                <a:cxnLst/>
                <a:rect l="l" t="t" r="r" b="b"/>
                <a:pathLst>
                  <a:path w="571489" h="457782">
                    <a:moveTo>
                      <a:pt x="145536" y="148576"/>
                    </a:moveTo>
                    <a:lnTo>
                      <a:pt x="48810" y="229181"/>
                    </a:lnTo>
                    <a:lnTo>
                      <a:pt x="145536" y="309787"/>
                    </a:lnTo>
                    <a:cubicBezTo>
                      <a:pt x="150919" y="314096"/>
                      <a:pt x="153553" y="320977"/>
                      <a:pt x="152424" y="327778"/>
                    </a:cubicBezTo>
                    <a:cubicBezTo>
                      <a:pt x="151295" y="334580"/>
                      <a:pt x="146578" y="340241"/>
                      <a:pt x="140092" y="342579"/>
                    </a:cubicBezTo>
                    <a:cubicBezTo>
                      <a:pt x="133606" y="344918"/>
                      <a:pt x="126362" y="343569"/>
                      <a:pt x="121152" y="339052"/>
                    </a:cubicBezTo>
                    <a:lnTo>
                      <a:pt x="6852" y="243802"/>
                    </a:lnTo>
                    <a:cubicBezTo>
                      <a:pt x="2510" y="240183"/>
                      <a:pt x="0" y="234822"/>
                      <a:pt x="0" y="229169"/>
                    </a:cubicBezTo>
                    <a:cubicBezTo>
                      <a:pt x="0" y="223517"/>
                      <a:pt x="2510" y="218156"/>
                      <a:pt x="6852" y="214537"/>
                    </a:cubicBezTo>
                    <a:lnTo>
                      <a:pt x="121152" y="119287"/>
                    </a:lnTo>
                    <a:cubicBezTo>
                      <a:pt x="129240" y="112553"/>
                      <a:pt x="141256" y="113651"/>
                      <a:pt x="147989" y="121739"/>
                    </a:cubicBezTo>
                    <a:cubicBezTo>
                      <a:pt x="154722" y="129827"/>
                      <a:pt x="153624" y="141842"/>
                      <a:pt x="145536" y="148576"/>
                    </a:cubicBezTo>
                    <a:close/>
                    <a:moveTo>
                      <a:pt x="564636" y="214537"/>
                    </a:moveTo>
                    <a:lnTo>
                      <a:pt x="450336" y="119287"/>
                    </a:lnTo>
                    <a:cubicBezTo>
                      <a:pt x="442248" y="112553"/>
                      <a:pt x="430233" y="113651"/>
                      <a:pt x="423500" y="121739"/>
                    </a:cubicBezTo>
                    <a:cubicBezTo>
                      <a:pt x="416766" y="129827"/>
                      <a:pt x="417864" y="141842"/>
                      <a:pt x="425952" y="148576"/>
                    </a:cubicBezTo>
                    <a:lnTo>
                      <a:pt x="522679" y="229181"/>
                    </a:lnTo>
                    <a:lnTo>
                      <a:pt x="425952" y="309787"/>
                    </a:lnTo>
                    <a:cubicBezTo>
                      <a:pt x="420570" y="314096"/>
                      <a:pt x="417935" y="320977"/>
                      <a:pt x="419065" y="327778"/>
                    </a:cubicBezTo>
                    <a:cubicBezTo>
                      <a:pt x="420194" y="334580"/>
                      <a:pt x="424911" y="340241"/>
                      <a:pt x="431397" y="342579"/>
                    </a:cubicBezTo>
                    <a:cubicBezTo>
                      <a:pt x="437883" y="344918"/>
                      <a:pt x="445127" y="343569"/>
                      <a:pt x="450336" y="339052"/>
                    </a:cubicBezTo>
                    <a:lnTo>
                      <a:pt x="564636" y="243802"/>
                    </a:lnTo>
                    <a:cubicBezTo>
                      <a:pt x="568978" y="240183"/>
                      <a:pt x="571489" y="234822"/>
                      <a:pt x="571489" y="229169"/>
                    </a:cubicBezTo>
                    <a:cubicBezTo>
                      <a:pt x="571489" y="223517"/>
                      <a:pt x="568978" y="218156"/>
                      <a:pt x="564636" y="214537"/>
                    </a:cubicBezTo>
                    <a:close/>
                    <a:moveTo>
                      <a:pt x="368445" y="1724"/>
                    </a:moveTo>
                    <a:cubicBezTo>
                      <a:pt x="363696" y="0"/>
                      <a:pt x="358456" y="233"/>
                      <a:pt x="353879" y="2372"/>
                    </a:cubicBezTo>
                    <a:cubicBezTo>
                      <a:pt x="349301" y="4511"/>
                      <a:pt x="345761" y="8381"/>
                      <a:pt x="344037" y="13130"/>
                    </a:cubicBezTo>
                    <a:lnTo>
                      <a:pt x="191637" y="432230"/>
                    </a:lnTo>
                    <a:cubicBezTo>
                      <a:pt x="189906" y="436983"/>
                      <a:pt x="190135" y="442228"/>
                      <a:pt x="192275" y="446811"/>
                    </a:cubicBezTo>
                    <a:cubicBezTo>
                      <a:pt x="194414" y="451394"/>
                      <a:pt x="198288" y="454938"/>
                      <a:pt x="203043" y="456662"/>
                    </a:cubicBezTo>
                    <a:cubicBezTo>
                      <a:pt x="205131" y="457404"/>
                      <a:pt x="207329" y="457782"/>
                      <a:pt x="209544" y="457781"/>
                    </a:cubicBezTo>
                    <a:cubicBezTo>
                      <a:pt x="217559" y="457781"/>
                      <a:pt x="224716" y="452765"/>
                      <a:pt x="227451" y="445232"/>
                    </a:cubicBezTo>
                    <a:lnTo>
                      <a:pt x="379851" y="26132"/>
                    </a:lnTo>
                    <a:cubicBezTo>
                      <a:pt x="381576" y="21383"/>
                      <a:pt x="381342" y="16143"/>
                      <a:pt x="379203" y="11566"/>
                    </a:cubicBezTo>
                    <a:cubicBezTo>
                      <a:pt x="377064" y="6988"/>
                      <a:pt x="373194" y="3448"/>
                      <a:pt x="368445" y="1724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63930" y="386905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嵌入式软件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3455" y="43119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硬件、固件、系统边界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724150" y="2133600"/>
            <a:ext cx="4473893" cy="2566988"/>
            <a:chOff x="2724150" y="2133600"/>
            <a:chExt cx="4473893" cy="2566988"/>
          </a:xfrm>
        </p:grpSpPr>
        <p:sp>
          <p:nvSpPr>
            <p:cNvPr id="15" name="Line 15"/>
            <p:cNvSpPr/>
            <p:nvPr/>
          </p:nvSpPr>
          <p:spPr>
            <a:xfrm>
              <a:off x="2724150" y="2952750"/>
              <a:ext cx="2152650" cy="9525"/>
            </a:xfrm>
            <a:custGeom>
              <a:avLst/>
              <a:gdLst/>
              <a:ahLst/>
              <a:cxnLst/>
              <a:rect l="l" t="t" r="r" b="b"/>
              <a:pathLst>
                <a:path w="2152650" h="9525">
                  <a:moveTo>
                    <a:pt x="0" y="0"/>
                  </a:moveTo>
                  <a:lnTo>
                    <a:pt x="2152650" y="0"/>
                  </a:lnTo>
                </a:path>
              </a:pathLst>
            </a:custGeom>
            <a:noFill/>
            <a:ln w="57150">
              <a:solidFill>
                <a:srgbClr val="1E9668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4876800" y="28194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76850" y="2133600"/>
              <a:ext cx="1638300" cy="1638300"/>
            </a:xfrm>
            <a:prstGeom prst="ellipse">
              <a:avLst/>
            </a:prstGeom>
            <a:solidFill>
              <a:srgbClr val="19211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794817" y="2692556"/>
              <a:ext cx="602347" cy="517381"/>
              <a:chOff x="5794817" y="2692556"/>
              <a:chExt cx="602347" cy="51738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817394" y="2717006"/>
                <a:ext cx="557212" cy="471488"/>
              </a:xfrm>
              <a:custGeom>
                <a:avLst/>
                <a:gdLst/>
                <a:ahLst/>
                <a:cxnLst/>
                <a:rect l="l" t="t" r="r" b="b"/>
                <a:pathLst>
                  <a:path w="557212" h="471488">
                    <a:moveTo>
                      <a:pt x="557212" y="235744"/>
                    </a:moveTo>
                    <a:lnTo>
                      <a:pt x="407194" y="471488"/>
                    </a:lnTo>
                    <a:lnTo>
                      <a:pt x="150019" y="471488"/>
                    </a:lnTo>
                    <a:lnTo>
                      <a:pt x="0" y="235744"/>
                    </a:lnTo>
                    <a:lnTo>
                      <a:pt x="150019" y="0"/>
                    </a:lnTo>
                    <a:lnTo>
                      <a:pt x="407194" y="0"/>
                    </a:ln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794817" y="2692556"/>
                <a:ext cx="602347" cy="517381"/>
              </a:xfrm>
              <a:custGeom>
                <a:avLst/>
                <a:gdLst/>
                <a:ahLst/>
                <a:cxnLst/>
                <a:rect l="l" t="t" r="r" b="b"/>
                <a:pathLst>
                  <a:path w="602347" h="517381">
                    <a:moveTo>
                      <a:pt x="190678" y="35970"/>
                    </a:moveTo>
                    <a:lnTo>
                      <a:pt x="47973" y="260194"/>
                    </a:lnTo>
                    <a:lnTo>
                      <a:pt x="190678" y="484419"/>
                    </a:lnTo>
                    <a:cubicBezTo>
                      <a:pt x="193733" y="489217"/>
                      <a:pt x="194755" y="495033"/>
                      <a:pt x="193519" y="500586"/>
                    </a:cubicBezTo>
                    <a:cubicBezTo>
                      <a:pt x="192283" y="506138"/>
                      <a:pt x="188890" y="510971"/>
                      <a:pt x="184088" y="514021"/>
                    </a:cubicBezTo>
                    <a:cubicBezTo>
                      <a:pt x="180659" y="516218"/>
                      <a:pt x="176669" y="517381"/>
                      <a:pt x="172596" y="517369"/>
                    </a:cubicBezTo>
                    <a:cubicBezTo>
                      <a:pt x="165255" y="517376"/>
                      <a:pt x="158422" y="513626"/>
                      <a:pt x="154486" y="507431"/>
                    </a:cubicBezTo>
                    <a:lnTo>
                      <a:pt x="4467" y="271687"/>
                    </a:lnTo>
                    <a:cubicBezTo>
                      <a:pt x="0" y="264667"/>
                      <a:pt x="0" y="255695"/>
                      <a:pt x="4467" y="248675"/>
                    </a:cubicBezTo>
                    <a:lnTo>
                      <a:pt x="154486" y="12931"/>
                    </a:lnTo>
                    <a:cubicBezTo>
                      <a:pt x="160841" y="2944"/>
                      <a:pt x="174088" y="0"/>
                      <a:pt x="184075" y="6355"/>
                    </a:cubicBezTo>
                    <a:cubicBezTo>
                      <a:pt x="194061" y="12709"/>
                      <a:pt x="197006" y="25956"/>
                      <a:pt x="190651" y="35943"/>
                    </a:cubicBezTo>
                    <a:close/>
                    <a:moveTo>
                      <a:pt x="597872" y="248702"/>
                    </a:moveTo>
                    <a:lnTo>
                      <a:pt x="447853" y="12958"/>
                    </a:lnTo>
                    <a:cubicBezTo>
                      <a:pt x="441499" y="2971"/>
                      <a:pt x="428251" y="27"/>
                      <a:pt x="418265" y="6381"/>
                    </a:cubicBezTo>
                    <a:cubicBezTo>
                      <a:pt x="408278" y="12736"/>
                      <a:pt x="405333" y="25983"/>
                      <a:pt x="411688" y="35970"/>
                    </a:cubicBezTo>
                    <a:lnTo>
                      <a:pt x="554393" y="260194"/>
                    </a:lnTo>
                    <a:lnTo>
                      <a:pt x="411688" y="484419"/>
                    </a:lnTo>
                    <a:cubicBezTo>
                      <a:pt x="408633" y="489217"/>
                      <a:pt x="407611" y="495033"/>
                      <a:pt x="408847" y="500586"/>
                    </a:cubicBezTo>
                    <a:cubicBezTo>
                      <a:pt x="410083" y="506138"/>
                      <a:pt x="413476" y="510971"/>
                      <a:pt x="418278" y="514021"/>
                    </a:cubicBezTo>
                    <a:cubicBezTo>
                      <a:pt x="421707" y="516218"/>
                      <a:pt x="425697" y="517381"/>
                      <a:pt x="429771" y="517369"/>
                    </a:cubicBezTo>
                    <a:cubicBezTo>
                      <a:pt x="437111" y="517376"/>
                      <a:pt x="443944" y="513626"/>
                      <a:pt x="447880" y="507431"/>
                    </a:cubicBezTo>
                    <a:lnTo>
                      <a:pt x="597899" y="271687"/>
                    </a:lnTo>
                    <a:cubicBezTo>
                      <a:pt x="602347" y="264668"/>
                      <a:pt x="602336" y="255710"/>
                      <a:pt x="597872" y="248702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5364480" y="3983355"/>
              <a:ext cx="156762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AI 工具实践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83505" y="44262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把模型放进真实工作流程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162800" y="2247900"/>
            <a:ext cx="4123372" cy="2338388"/>
            <a:chOff x="7162800" y="2247900"/>
            <a:chExt cx="4123372" cy="2338388"/>
          </a:xfrm>
        </p:grpSpPr>
        <p:sp>
          <p:nvSpPr>
            <p:cNvPr id="24" name="Line 24"/>
            <p:cNvSpPr/>
            <p:nvPr/>
          </p:nvSpPr>
          <p:spPr>
            <a:xfrm>
              <a:off x="7162800" y="2952750"/>
              <a:ext cx="2152650" cy="9525"/>
            </a:xfrm>
            <a:custGeom>
              <a:avLst/>
              <a:gdLst/>
              <a:ahLst/>
              <a:cxnLst/>
              <a:rect l="l" t="t" r="r" b="b"/>
              <a:pathLst>
                <a:path w="2152650" h="9525">
                  <a:moveTo>
                    <a:pt x="0" y="0"/>
                  </a:moveTo>
                  <a:lnTo>
                    <a:pt x="2152650" y="0"/>
                  </a:lnTo>
                </a:path>
              </a:pathLst>
            </a:custGeom>
            <a:noFill/>
            <a:ln w="57150">
              <a:solidFill>
                <a:srgbClr val="1E9668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9315450" y="28194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9791700" y="2247900"/>
              <a:ext cx="1409700" cy="1409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10229850" y="2762250"/>
              <a:ext cx="533400" cy="381000"/>
              <a:chOff x="10229850" y="2762250"/>
              <a:chExt cx="533400" cy="381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0248887" y="2781287"/>
                <a:ext cx="495313" cy="342878"/>
              </a:xfrm>
              <a:custGeom>
                <a:avLst/>
                <a:gdLst/>
                <a:ahLst/>
                <a:cxnLst/>
                <a:rect l="l" t="t" r="r" b="b"/>
                <a:pathLst>
                  <a:path w="495313" h="342878">
                    <a:moveTo>
                      <a:pt x="495313" y="20229"/>
                    </a:moveTo>
                    <a:lnTo>
                      <a:pt x="495313" y="322648"/>
                    </a:lnTo>
                    <a:cubicBezTo>
                      <a:pt x="495313" y="328010"/>
                      <a:pt x="493183" y="333152"/>
                      <a:pt x="489391" y="336944"/>
                    </a:cubicBezTo>
                    <a:cubicBezTo>
                      <a:pt x="485600" y="340735"/>
                      <a:pt x="480458" y="342865"/>
                      <a:pt x="475096" y="342865"/>
                    </a:cubicBezTo>
                    <a:lnTo>
                      <a:pt x="20277" y="342865"/>
                    </a:lnTo>
                    <a:cubicBezTo>
                      <a:pt x="14915" y="342878"/>
                      <a:pt x="9768" y="340760"/>
                      <a:pt x="5968" y="336977"/>
                    </a:cubicBezTo>
                    <a:cubicBezTo>
                      <a:pt x="2167" y="333195"/>
                      <a:pt x="25" y="328058"/>
                      <a:pt x="13" y="322696"/>
                    </a:cubicBezTo>
                    <a:lnTo>
                      <a:pt x="13" y="20277"/>
                    </a:lnTo>
                    <a:cubicBezTo>
                      <a:pt x="0" y="14907"/>
                      <a:pt x="2124" y="9753"/>
                      <a:pt x="5917" y="5951"/>
                    </a:cubicBezTo>
                    <a:cubicBezTo>
                      <a:pt x="9710" y="2149"/>
                      <a:pt x="14859" y="13"/>
                      <a:pt x="20229" y="13"/>
                    </a:cubicBezTo>
                    <a:lnTo>
                      <a:pt x="475048" y="13"/>
                    </a:lnTo>
                    <a:cubicBezTo>
                      <a:pt x="480418" y="0"/>
                      <a:pt x="485573" y="2124"/>
                      <a:pt x="489374" y="5917"/>
                    </a:cubicBezTo>
                    <a:cubicBezTo>
                      <a:pt x="493176" y="9710"/>
                      <a:pt x="495313" y="14859"/>
                      <a:pt x="495313" y="20229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229850" y="2762250"/>
                <a:ext cx="5334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381000">
                    <a:moveTo>
                      <a:pt x="494133" y="0"/>
                    </a:moveTo>
                    <a:lnTo>
                      <a:pt x="39314" y="0"/>
                    </a:lnTo>
                    <a:cubicBezTo>
                      <a:pt x="17620" y="0"/>
                      <a:pt x="26" y="17573"/>
                      <a:pt x="0" y="39267"/>
                    </a:cubicBezTo>
                    <a:lnTo>
                      <a:pt x="0" y="341686"/>
                    </a:lnTo>
                    <a:cubicBezTo>
                      <a:pt x="0" y="363380"/>
                      <a:pt x="17573" y="380974"/>
                      <a:pt x="39267" y="381000"/>
                    </a:cubicBezTo>
                    <a:lnTo>
                      <a:pt x="494086" y="381000"/>
                    </a:lnTo>
                    <a:cubicBezTo>
                      <a:pt x="515780" y="381000"/>
                      <a:pt x="533374" y="363427"/>
                      <a:pt x="533400" y="341733"/>
                    </a:cubicBezTo>
                    <a:lnTo>
                      <a:pt x="533400" y="39314"/>
                    </a:lnTo>
                    <a:cubicBezTo>
                      <a:pt x="533400" y="17620"/>
                      <a:pt x="515827" y="26"/>
                      <a:pt x="494133" y="0"/>
                    </a:cubicBezTo>
                    <a:close/>
                    <a:moveTo>
                      <a:pt x="495300" y="341733"/>
                    </a:moveTo>
                    <a:cubicBezTo>
                      <a:pt x="495300" y="342043"/>
                      <a:pt x="495177" y="342339"/>
                      <a:pt x="494958" y="342558"/>
                    </a:cubicBezTo>
                    <a:cubicBezTo>
                      <a:pt x="494739" y="342777"/>
                      <a:pt x="494443" y="342900"/>
                      <a:pt x="494133" y="342900"/>
                    </a:cubicBezTo>
                    <a:lnTo>
                      <a:pt x="39314" y="342900"/>
                    </a:lnTo>
                    <a:cubicBezTo>
                      <a:pt x="39005" y="342900"/>
                      <a:pt x="38708" y="342777"/>
                      <a:pt x="38489" y="342558"/>
                    </a:cubicBezTo>
                    <a:cubicBezTo>
                      <a:pt x="38271" y="342339"/>
                      <a:pt x="38148" y="342043"/>
                      <a:pt x="38148" y="341733"/>
                    </a:cubicBezTo>
                    <a:lnTo>
                      <a:pt x="38148" y="39314"/>
                    </a:lnTo>
                    <a:cubicBezTo>
                      <a:pt x="38148" y="38670"/>
                      <a:pt x="38670" y="38148"/>
                      <a:pt x="39314" y="38148"/>
                    </a:cubicBezTo>
                    <a:lnTo>
                      <a:pt x="494133" y="38148"/>
                    </a:lnTo>
                    <a:cubicBezTo>
                      <a:pt x="494443" y="38148"/>
                      <a:pt x="494739" y="38271"/>
                      <a:pt x="494958" y="38489"/>
                    </a:cubicBezTo>
                    <a:cubicBezTo>
                      <a:pt x="495177" y="38708"/>
                      <a:pt x="495300" y="39005"/>
                      <a:pt x="495300" y="39314"/>
                    </a:cubicBezTo>
                    <a:close/>
                    <a:moveTo>
                      <a:pt x="457200" y="190500"/>
                    </a:moveTo>
                    <a:cubicBezTo>
                      <a:pt x="457200" y="201021"/>
                      <a:pt x="448671" y="209550"/>
                      <a:pt x="438150" y="209550"/>
                    </a:cubicBezTo>
                    <a:lnTo>
                      <a:pt x="95250" y="209550"/>
                    </a:lnTo>
                    <a:cubicBezTo>
                      <a:pt x="84729" y="209550"/>
                      <a:pt x="76200" y="201021"/>
                      <a:pt x="76200" y="190500"/>
                    </a:cubicBezTo>
                    <a:cubicBezTo>
                      <a:pt x="76200" y="179979"/>
                      <a:pt x="84729" y="171450"/>
                      <a:pt x="95250" y="171450"/>
                    </a:cubicBezTo>
                    <a:lnTo>
                      <a:pt x="438150" y="171450"/>
                    </a:lnTo>
                    <a:cubicBezTo>
                      <a:pt x="448671" y="171450"/>
                      <a:pt x="457200" y="179979"/>
                      <a:pt x="457200" y="190500"/>
                    </a:cubicBezTo>
                    <a:close/>
                    <a:moveTo>
                      <a:pt x="457200" y="114300"/>
                    </a:moveTo>
                    <a:cubicBezTo>
                      <a:pt x="457200" y="124821"/>
                      <a:pt x="448671" y="133350"/>
                      <a:pt x="438150" y="133350"/>
                    </a:cubicBezTo>
                    <a:lnTo>
                      <a:pt x="95250" y="133350"/>
                    </a:lnTo>
                    <a:cubicBezTo>
                      <a:pt x="84729" y="133350"/>
                      <a:pt x="76200" y="124821"/>
                      <a:pt x="76200" y="114300"/>
                    </a:cubicBezTo>
                    <a:cubicBezTo>
                      <a:pt x="76200" y="103779"/>
                      <a:pt x="84729" y="95250"/>
                      <a:pt x="95250" y="95250"/>
                    </a:cubicBezTo>
                    <a:lnTo>
                      <a:pt x="438150" y="95250"/>
                    </a:lnTo>
                    <a:cubicBezTo>
                      <a:pt x="448671" y="95250"/>
                      <a:pt x="457200" y="103779"/>
                      <a:pt x="457200" y="114300"/>
                    </a:cubicBezTo>
                    <a:close/>
                    <a:moveTo>
                      <a:pt x="133350" y="266700"/>
                    </a:moveTo>
                    <a:cubicBezTo>
                      <a:pt x="133350" y="277221"/>
                      <a:pt x="124821" y="285750"/>
                      <a:pt x="114300" y="285750"/>
                    </a:cubicBezTo>
                    <a:lnTo>
                      <a:pt x="95250" y="285750"/>
                    </a:lnTo>
                    <a:cubicBezTo>
                      <a:pt x="84729" y="285750"/>
                      <a:pt x="76200" y="277221"/>
                      <a:pt x="76200" y="266700"/>
                    </a:cubicBezTo>
                    <a:cubicBezTo>
                      <a:pt x="76200" y="256179"/>
                      <a:pt x="84729" y="247650"/>
                      <a:pt x="95250" y="247650"/>
                    </a:cubicBezTo>
                    <a:lnTo>
                      <a:pt x="114300" y="247650"/>
                    </a:lnTo>
                    <a:cubicBezTo>
                      <a:pt x="124821" y="247650"/>
                      <a:pt x="133350" y="256179"/>
                      <a:pt x="133350" y="266700"/>
                    </a:cubicBezTo>
                    <a:close/>
                    <a:moveTo>
                      <a:pt x="361950" y="266700"/>
                    </a:moveTo>
                    <a:cubicBezTo>
                      <a:pt x="361950" y="277221"/>
                      <a:pt x="353421" y="285750"/>
                      <a:pt x="342900" y="285750"/>
                    </a:cubicBezTo>
                    <a:lnTo>
                      <a:pt x="190500" y="285750"/>
                    </a:lnTo>
                    <a:cubicBezTo>
                      <a:pt x="179979" y="285750"/>
                      <a:pt x="171450" y="277221"/>
                      <a:pt x="171450" y="266700"/>
                    </a:cubicBezTo>
                    <a:cubicBezTo>
                      <a:pt x="171450" y="256179"/>
                      <a:pt x="179979" y="247650"/>
                      <a:pt x="190500" y="247650"/>
                    </a:cubicBezTo>
                    <a:lnTo>
                      <a:pt x="342900" y="247650"/>
                    </a:lnTo>
                    <a:cubicBezTo>
                      <a:pt x="353421" y="247650"/>
                      <a:pt x="361950" y="256179"/>
                      <a:pt x="361950" y="266700"/>
                    </a:cubicBezTo>
                    <a:close/>
                    <a:moveTo>
                      <a:pt x="457200" y="266700"/>
                    </a:moveTo>
                    <a:cubicBezTo>
                      <a:pt x="457200" y="277221"/>
                      <a:pt x="448671" y="285750"/>
                      <a:pt x="438150" y="285750"/>
                    </a:cubicBezTo>
                    <a:lnTo>
                      <a:pt x="419100" y="285750"/>
                    </a:lnTo>
                    <a:cubicBezTo>
                      <a:pt x="408579" y="285750"/>
                      <a:pt x="400050" y="277221"/>
                      <a:pt x="400050" y="266700"/>
                    </a:cubicBezTo>
                    <a:cubicBezTo>
                      <a:pt x="400050" y="256179"/>
                      <a:pt x="408579" y="247650"/>
                      <a:pt x="419100" y="247650"/>
                    </a:cubicBezTo>
                    <a:lnTo>
                      <a:pt x="438150" y="247650"/>
                    </a:lnTo>
                    <a:cubicBezTo>
                      <a:pt x="448671" y="247650"/>
                      <a:pt x="457200" y="256179"/>
                      <a:pt x="457200" y="266700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9784080" y="3869055"/>
              <a:ext cx="97955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AI 产品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631680" y="43119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让人真的愿意每天用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02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3405" y="625792"/>
            <a:ext cx="2227259" cy="798196"/>
            <a:chOff x="573405" y="625792"/>
            <a:chExt cx="2227259" cy="798196"/>
          </a:xfrm>
        </p:grpSpPr>
        <p:sp>
          <p:nvSpPr>
            <p:cNvPr id="3" name="TextBox 3"/>
            <p:cNvSpPr txBox="1"/>
            <p:nvPr/>
          </p:nvSpPr>
          <p:spPr>
            <a:xfrm>
              <a:off x="573405" y="625792"/>
              <a:ext cx="222725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20 秒看懂它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11496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真实演示只有四个动作。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04875" y="2424112"/>
            <a:ext cx="964882" cy="1743076"/>
            <a:chOff x="904875" y="2424112"/>
            <a:chExt cx="964882" cy="1743076"/>
          </a:xfrm>
        </p:grpSpPr>
        <p:grpSp>
          <p:nvGrpSpPr>
            <p:cNvPr id="8" name="Group 8"/>
            <p:cNvGrpSpPr/>
            <p:nvPr/>
          </p:nvGrpSpPr>
          <p:grpSpPr>
            <a:xfrm>
              <a:off x="1195388" y="2424112"/>
              <a:ext cx="428625" cy="600075"/>
              <a:chOff x="1195388" y="2424112"/>
              <a:chExt cx="428625" cy="60007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302544" y="2445544"/>
                <a:ext cx="214312" cy="38576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385762">
                    <a:moveTo>
                      <a:pt x="214312" y="107156"/>
                    </a:moveTo>
                    <a:lnTo>
                      <a:pt x="214312" y="278606"/>
                    </a:lnTo>
                    <a:cubicBezTo>
                      <a:pt x="214312" y="337787"/>
                      <a:pt x="166337" y="385762"/>
                      <a:pt x="107156" y="385762"/>
                    </a:cubicBezTo>
                    <a:lnTo>
                      <a:pt x="107156" y="385762"/>
                    </a:lnTo>
                    <a:cubicBezTo>
                      <a:pt x="47975" y="385762"/>
                      <a:pt x="0" y="337787"/>
                      <a:pt x="0" y="278606"/>
                    </a:cubicBezTo>
                    <a:lnTo>
                      <a:pt x="0" y="107156"/>
                    </a:lnTo>
                    <a:cubicBezTo>
                      <a:pt x="0" y="47975"/>
                      <a:pt x="47975" y="0"/>
                      <a:pt x="107156" y="0"/>
                    </a:cubicBezTo>
                    <a:lnTo>
                      <a:pt x="107156" y="0"/>
                    </a:lnTo>
                    <a:cubicBezTo>
                      <a:pt x="166337" y="0"/>
                      <a:pt x="214312" y="47975"/>
                      <a:pt x="214312" y="107156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95388" y="2424112"/>
                <a:ext cx="428625" cy="600075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600075">
                    <a:moveTo>
                      <a:pt x="214312" y="428625"/>
                    </a:moveTo>
                    <a:cubicBezTo>
                      <a:pt x="285299" y="428551"/>
                      <a:pt x="342826" y="371024"/>
                      <a:pt x="342900" y="300038"/>
                    </a:cubicBezTo>
                    <a:lnTo>
                      <a:pt x="342900" y="128588"/>
                    </a:lnTo>
                    <a:cubicBezTo>
                      <a:pt x="342900" y="57571"/>
                      <a:pt x="285329" y="0"/>
                      <a:pt x="214312" y="0"/>
                    </a:cubicBezTo>
                    <a:cubicBezTo>
                      <a:pt x="143296" y="0"/>
                      <a:pt x="85725" y="57571"/>
                      <a:pt x="85725" y="128588"/>
                    </a:cubicBezTo>
                    <a:lnTo>
                      <a:pt x="85725" y="300038"/>
                    </a:lnTo>
                    <a:cubicBezTo>
                      <a:pt x="85799" y="371024"/>
                      <a:pt x="143326" y="428551"/>
                      <a:pt x="214312" y="428625"/>
                    </a:cubicBezTo>
                    <a:close/>
                    <a:moveTo>
                      <a:pt x="128588" y="128588"/>
                    </a:moveTo>
                    <a:cubicBezTo>
                      <a:pt x="128588" y="81243"/>
                      <a:pt x="166968" y="42862"/>
                      <a:pt x="214312" y="42862"/>
                    </a:cubicBezTo>
                    <a:cubicBezTo>
                      <a:pt x="261657" y="42862"/>
                      <a:pt x="300038" y="81243"/>
                      <a:pt x="300038" y="128588"/>
                    </a:cubicBezTo>
                    <a:lnTo>
                      <a:pt x="300038" y="300038"/>
                    </a:lnTo>
                    <a:cubicBezTo>
                      <a:pt x="300038" y="347382"/>
                      <a:pt x="261657" y="385762"/>
                      <a:pt x="214312" y="385762"/>
                    </a:cubicBezTo>
                    <a:cubicBezTo>
                      <a:pt x="166968" y="385762"/>
                      <a:pt x="128588" y="347382"/>
                      <a:pt x="128588" y="300038"/>
                    </a:cubicBezTo>
                    <a:close/>
                    <a:moveTo>
                      <a:pt x="235744" y="513278"/>
                    </a:moveTo>
                    <a:lnTo>
                      <a:pt x="235744" y="578644"/>
                    </a:lnTo>
                    <a:cubicBezTo>
                      <a:pt x="235744" y="590480"/>
                      <a:pt x="226149" y="600075"/>
                      <a:pt x="214312" y="600075"/>
                    </a:cubicBezTo>
                    <a:cubicBezTo>
                      <a:pt x="202476" y="600075"/>
                      <a:pt x="192881" y="590480"/>
                      <a:pt x="192881" y="578644"/>
                    </a:cubicBezTo>
                    <a:lnTo>
                      <a:pt x="192881" y="513278"/>
                    </a:lnTo>
                    <a:cubicBezTo>
                      <a:pt x="83436" y="502141"/>
                      <a:pt x="135" y="410048"/>
                      <a:pt x="0" y="300038"/>
                    </a:cubicBezTo>
                    <a:cubicBezTo>
                      <a:pt x="0" y="288201"/>
                      <a:pt x="9595" y="278606"/>
                      <a:pt x="21431" y="278606"/>
                    </a:cubicBezTo>
                    <a:cubicBezTo>
                      <a:pt x="33267" y="278606"/>
                      <a:pt x="42862" y="288201"/>
                      <a:pt x="42862" y="300038"/>
                    </a:cubicBezTo>
                    <a:cubicBezTo>
                      <a:pt x="42862" y="394727"/>
                      <a:pt x="119623" y="471488"/>
                      <a:pt x="214312" y="471488"/>
                    </a:cubicBezTo>
                    <a:cubicBezTo>
                      <a:pt x="309002" y="471488"/>
                      <a:pt x="385762" y="394727"/>
                      <a:pt x="385762" y="300038"/>
                    </a:cubicBezTo>
                    <a:cubicBezTo>
                      <a:pt x="385762" y="288201"/>
                      <a:pt x="395358" y="278606"/>
                      <a:pt x="407194" y="278606"/>
                    </a:cubicBezTo>
                    <a:cubicBezTo>
                      <a:pt x="419030" y="278606"/>
                      <a:pt x="428625" y="288201"/>
                      <a:pt x="428625" y="300038"/>
                    </a:cubicBezTo>
                    <a:cubicBezTo>
                      <a:pt x="428490" y="410048"/>
                      <a:pt x="345189" y="502141"/>
                      <a:pt x="235744" y="513278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904875" y="3233738"/>
              <a:ext cx="62031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5355" y="3892868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按住上排键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343150" y="2466321"/>
            <a:ext cx="2554081" cy="1700867"/>
            <a:chOff x="2343150" y="2466321"/>
            <a:chExt cx="2554081" cy="1700867"/>
          </a:xfrm>
        </p:grpSpPr>
        <p:sp>
          <p:nvSpPr>
            <p:cNvPr id="12" name="Line 12"/>
            <p:cNvSpPr/>
            <p:nvPr/>
          </p:nvSpPr>
          <p:spPr>
            <a:xfrm>
              <a:off x="2343150" y="2914650"/>
              <a:ext cx="990600" cy="9525"/>
            </a:xfrm>
            <a:custGeom>
              <a:avLst/>
              <a:gdLst/>
              <a:ahLst/>
              <a:cxnLst/>
              <a:rect l="l" t="t" r="r" b="b"/>
              <a:pathLst>
                <a:path w="990600" h="9525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noFill/>
            <a:ln w="38100">
              <a:solidFill>
                <a:srgbClr val="5D6864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3333750" y="28003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D6864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3926688" y="2466321"/>
              <a:ext cx="642925" cy="515005"/>
              <a:chOff x="3926688" y="2466321"/>
              <a:chExt cx="642925" cy="51500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3948112" y="2616994"/>
                <a:ext cx="600075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600075" h="214312">
                    <a:moveTo>
                      <a:pt x="600075" y="107156"/>
                    </a:moveTo>
                    <a:lnTo>
                      <a:pt x="471488" y="214312"/>
                    </a:lnTo>
                    <a:lnTo>
                      <a:pt x="128588" y="214312"/>
                    </a:lnTo>
                    <a:lnTo>
                      <a:pt x="0" y="107156"/>
                    </a:lnTo>
                    <a:lnTo>
                      <a:pt x="128588" y="0"/>
                    </a:lnTo>
                    <a:lnTo>
                      <a:pt x="471488" y="0"/>
                    </a:ln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926688" y="2466321"/>
                <a:ext cx="642925" cy="515005"/>
              </a:xfrm>
              <a:custGeom>
                <a:avLst/>
                <a:gdLst/>
                <a:ahLst/>
                <a:cxnLst/>
                <a:rect l="l" t="t" r="r" b="b"/>
                <a:pathLst>
                  <a:path w="642925" h="515005">
                    <a:moveTo>
                      <a:pt x="163728" y="167148"/>
                    </a:moveTo>
                    <a:lnTo>
                      <a:pt x="54911" y="257829"/>
                    </a:lnTo>
                    <a:lnTo>
                      <a:pt x="163728" y="348510"/>
                    </a:lnTo>
                    <a:cubicBezTo>
                      <a:pt x="169784" y="353357"/>
                      <a:pt x="172747" y="361099"/>
                      <a:pt x="171477" y="368751"/>
                    </a:cubicBezTo>
                    <a:cubicBezTo>
                      <a:pt x="170206" y="376403"/>
                      <a:pt x="164900" y="382771"/>
                      <a:pt x="157603" y="385402"/>
                    </a:cubicBezTo>
                    <a:cubicBezTo>
                      <a:pt x="150306" y="388032"/>
                      <a:pt x="142157" y="386515"/>
                      <a:pt x="136296" y="381434"/>
                    </a:cubicBezTo>
                    <a:lnTo>
                      <a:pt x="7709" y="274277"/>
                    </a:lnTo>
                    <a:cubicBezTo>
                      <a:pt x="2824" y="270206"/>
                      <a:pt x="0" y="264175"/>
                      <a:pt x="0" y="257816"/>
                    </a:cubicBezTo>
                    <a:cubicBezTo>
                      <a:pt x="0" y="251456"/>
                      <a:pt x="2824" y="245425"/>
                      <a:pt x="7709" y="241354"/>
                    </a:cubicBezTo>
                    <a:lnTo>
                      <a:pt x="136296" y="134197"/>
                    </a:lnTo>
                    <a:cubicBezTo>
                      <a:pt x="145395" y="126622"/>
                      <a:pt x="158912" y="127858"/>
                      <a:pt x="166488" y="136957"/>
                    </a:cubicBezTo>
                    <a:cubicBezTo>
                      <a:pt x="174063" y="146056"/>
                      <a:pt x="172827" y="159573"/>
                      <a:pt x="163728" y="167148"/>
                    </a:cubicBezTo>
                    <a:close/>
                    <a:moveTo>
                      <a:pt x="635216" y="241354"/>
                    </a:moveTo>
                    <a:lnTo>
                      <a:pt x="506628" y="134197"/>
                    </a:lnTo>
                    <a:cubicBezTo>
                      <a:pt x="497529" y="126622"/>
                      <a:pt x="484012" y="127858"/>
                      <a:pt x="476437" y="136957"/>
                    </a:cubicBezTo>
                    <a:cubicBezTo>
                      <a:pt x="468862" y="146056"/>
                      <a:pt x="470097" y="159573"/>
                      <a:pt x="479196" y="167148"/>
                    </a:cubicBezTo>
                    <a:lnTo>
                      <a:pt x="588013" y="257829"/>
                    </a:lnTo>
                    <a:lnTo>
                      <a:pt x="479196" y="348510"/>
                    </a:lnTo>
                    <a:cubicBezTo>
                      <a:pt x="473141" y="353357"/>
                      <a:pt x="470177" y="361099"/>
                      <a:pt x="471448" y="368751"/>
                    </a:cubicBezTo>
                    <a:cubicBezTo>
                      <a:pt x="472718" y="376403"/>
                      <a:pt x="478024" y="382771"/>
                      <a:pt x="485321" y="385402"/>
                    </a:cubicBezTo>
                    <a:cubicBezTo>
                      <a:pt x="492618" y="388032"/>
                      <a:pt x="500767" y="386515"/>
                      <a:pt x="506628" y="381434"/>
                    </a:cubicBezTo>
                    <a:lnTo>
                      <a:pt x="635216" y="274277"/>
                    </a:lnTo>
                    <a:cubicBezTo>
                      <a:pt x="640101" y="270206"/>
                      <a:pt x="642925" y="264175"/>
                      <a:pt x="642925" y="257816"/>
                    </a:cubicBezTo>
                    <a:cubicBezTo>
                      <a:pt x="642925" y="251456"/>
                      <a:pt x="640101" y="245425"/>
                      <a:pt x="635216" y="241354"/>
                    </a:cubicBezTo>
                    <a:close/>
                    <a:moveTo>
                      <a:pt x="414501" y="1940"/>
                    </a:moveTo>
                    <a:cubicBezTo>
                      <a:pt x="409158" y="0"/>
                      <a:pt x="403263" y="262"/>
                      <a:pt x="398114" y="2669"/>
                    </a:cubicBezTo>
                    <a:cubicBezTo>
                      <a:pt x="392964" y="5075"/>
                      <a:pt x="388981" y="9429"/>
                      <a:pt x="387042" y="14772"/>
                    </a:cubicBezTo>
                    <a:lnTo>
                      <a:pt x="215592" y="486259"/>
                    </a:lnTo>
                    <a:cubicBezTo>
                      <a:pt x="213644" y="491605"/>
                      <a:pt x="213902" y="497507"/>
                      <a:pt x="216309" y="502663"/>
                    </a:cubicBezTo>
                    <a:cubicBezTo>
                      <a:pt x="218716" y="507819"/>
                      <a:pt x="223075" y="511806"/>
                      <a:pt x="228424" y="513745"/>
                    </a:cubicBezTo>
                    <a:cubicBezTo>
                      <a:pt x="230772" y="514579"/>
                      <a:pt x="233245" y="515005"/>
                      <a:pt x="235737" y="515004"/>
                    </a:cubicBezTo>
                    <a:cubicBezTo>
                      <a:pt x="244754" y="515004"/>
                      <a:pt x="252806" y="509361"/>
                      <a:pt x="255883" y="500886"/>
                    </a:cubicBezTo>
                    <a:lnTo>
                      <a:pt x="427333" y="29399"/>
                    </a:lnTo>
                    <a:cubicBezTo>
                      <a:pt x="429272" y="24056"/>
                      <a:pt x="429010" y="18161"/>
                      <a:pt x="426604" y="13012"/>
                    </a:cubicBezTo>
                    <a:cubicBezTo>
                      <a:pt x="424197" y="7862"/>
                      <a:pt x="419844" y="3879"/>
                      <a:pt x="414501" y="1940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3743325" y="3233738"/>
              <a:ext cx="62031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73805" y="3892868"/>
              <a:ext cx="11234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Codex 在后台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181600" y="2422582"/>
            <a:ext cx="2185035" cy="1744606"/>
            <a:chOff x="5181600" y="2422582"/>
            <a:chExt cx="2185035" cy="1744606"/>
          </a:xfrm>
        </p:grpSpPr>
        <p:sp>
          <p:nvSpPr>
            <p:cNvPr id="20" name="Line 20"/>
            <p:cNvSpPr/>
            <p:nvPr/>
          </p:nvSpPr>
          <p:spPr>
            <a:xfrm>
              <a:off x="5181600" y="2914650"/>
              <a:ext cx="990600" cy="9525"/>
            </a:xfrm>
            <a:custGeom>
              <a:avLst/>
              <a:gdLst/>
              <a:ahLst/>
              <a:cxnLst/>
              <a:rect l="l" t="t" r="r" b="b"/>
              <a:pathLst>
                <a:path w="990600" h="9525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noFill/>
            <a:ln w="38100">
              <a:solidFill>
                <a:srgbClr val="5D6864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6172200" y="28003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D6864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850160" y="2422582"/>
              <a:ext cx="472371" cy="601605"/>
              <a:chOff x="6850160" y="2422582"/>
              <a:chExt cx="472371" cy="60160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871645" y="2444151"/>
                <a:ext cx="429326" cy="472881"/>
              </a:xfrm>
              <a:custGeom>
                <a:avLst/>
                <a:gdLst/>
                <a:ahLst/>
                <a:cxnLst/>
                <a:rect l="l" t="t" r="r" b="b"/>
                <a:pathLst>
                  <a:path w="429326" h="472881">
                    <a:moveTo>
                      <a:pt x="429268" y="215706"/>
                    </a:moveTo>
                    <a:cubicBezTo>
                      <a:pt x="429326" y="281504"/>
                      <a:pt x="399103" y="343668"/>
                      <a:pt x="347320" y="384262"/>
                    </a:cubicBezTo>
                    <a:cubicBezTo>
                      <a:pt x="331506" y="396519"/>
                      <a:pt x="322210" y="415369"/>
                      <a:pt x="322112" y="435376"/>
                    </a:cubicBezTo>
                    <a:lnTo>
                      <a:pt x="322112" y="451449"/>
                    </a:lnTo>
                    <a:cubicBezTo>
                      <a:pt x="322112" y="463286"/>
                      <a:pt x="312517" y="472881"/>
                      <a:pt x="300680" y="472881"/>
                    </a:cubicBezTo>
                    <a:lnTo>
                      <a:pt x="129230" y="472881"/>
                    </a:lnTo>
                    <a:cubicBezTo>
                      <a:pt x="117394" y="472881"/>
                      <a:pt x="107799" y="463286"/>
                      <a:pt x="107799" y="451449"/>
                    </a:cubicBezTo>
                    <a:lnTo>
                      <a:pt x="107799" y="435376"/>
                    </a:lnTo>
                    <a:cubicBezTo>
                      <a:pt x="107778" y="415478"/>
                      <a:pt x="98587" y="396700"/>
                      <a:pt x="82885" y="384477"/>
                    </a:cubicBezTo>
                    <a:cubicBezTo>
                      <a:pt x="31268" y="344154"/>
                      <a:pt x="964" y="282410"/>
                      <a:pt x="643" y="216911"/>
                    </a:cubicBezTo>
                    <a:cubicBezTo>
                      <a:pt x="0" y="100754"/>
                      <a:pt x="93655" y="4072"/>
                      <a:pt x="209785" y="1393"/>
                    </a:cubicBezTo>
                    <a:cubicBezTo>
                      <a:pt x="267515" y="0"/>
                      <a:pt x="323364" y="21963"/>
                      <a:pt x="364680" y="62306"/>
                    </a:cubicBezTo>
                    <a:cubicBezTo>
                      <a:pt x="405997" y="102650"/>
                      <a:pt x="429285" y="157959"/>
                      <a:pt x="429268" y="215706"/>
                    </a:cubicBezTo>
                    <a:close/>
                  </a:path>
                </a:pathLst>
              </a:custGeom>
              <a:solidFill>
                <a:srgbClr val="E0A63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850160" y="2422582"/>
                <a:ext cx="472371" cy="601605"/>
              </a:xfrm>
              <a:custGeom>
                <a:avLst/>
                <a:gdLst/>
                <a:ahLst/>
                <a:cxnLst/>
                <a:rect l="l" t="t" r="r" b="b"/>
                <a:pathLst>
                  <a:path w="472371" h="601605">
                    <a:moveTo>
                      <a:pt x="365028" y="580174"/>
                    </a:moveTo>
                    <a:cubicBezTo>
                      <a:pt x="365028" y="592010"/>
                      <a:pt x="355433" y="601605"/>
                      <a:pt x="343597" y="601605"/>
                    </a:cubicBezTo>
                    <a:lnTo>
                      <a:pt x="129284" y="601605"/>
                    </a:lnTo>
                    <a:cubicBezTo>
                      <a:pt x="117448" y="601605"/>
                      <a:pt x="107853" y="592010"/>
                      <a:pt x="107853" y="580174"/>
                    </a:cubicBezTo>
                    <a:cubicBezTo>
                      <a:pt x="107853" y="568338"/>
                      <a:pt x="117448" y="558743"/>
                      <a:pt x="129284" y="558743"/>
                    </a:cubicBezTo>
                    <a:lnTo>
                      <a:pt x="343597" y="558743"/>
                    </a:lnTo>
                    <a:cubicBezTo>
                      <a:pt x="355433" y="558743"/>
                      <a:pt x="365028" y="568338"/>
                      <a:pt x="365028" y="580174"/>
                    </a:cubicBezTo>
                    <a:close/>
                    <a:moveTo>
                      <a:pt x="472184" y="237274"/>
                    </a:moveTo>
                    <a:cubicBezTo>
                      <a:pt x="472371" y="309673"/>
                      <a:pt x="439111" y="378101"/>
                      <a:pt x="382066" y="422681"/>
                    </a:cubicBezTo>
                    <a:cubicBezTo>
                      <a:pt x="371399" y="430857"/>
                      <a:pt x="365110" y="443505"/>
                      <a:pt x="365028" y="456944"/>
                    </a:cubicBezTo>
                    <a:lnTo>
                      <a:pt x="365028" y="473018"/>
                    </a:lnTo>
                    <a:cubicBezTo>
                      <a:pt x="365028" y="496690"/>
                      <a:pt x="345838" y="515880"/>
                      <a:pt x="322165" y="515880"/>
                    </a:cubicBezTo>
                    <a:lnTo>
                      <a:pt x="150715" y="515880"/>
                    </a:lnTo>
                    <a:cubicBezTo>
                      <a:pt x="127043" y="515880"/>
                      <a:pt x="107853" y="496690"/>
                      <a:pt x="107853" y="473018"/>
                    </a:cubicBezTo>
                    <a:lnTo>
                      <a:pt x="107853" y="456944"/>
                    </a:lnTo>
                    <a:cubicBezTo>
                      <a:pt x="107844" y="443664"/>
                      <a:pt x="101680" y="431138"/>
                      <a:pt x="91163" y="423029"/>
                    </a:cubicBezTo>
                    <a:cubicBezTo>
                      <a:pt x="34266" y="378717"/>
                      <a:pt x="906" y="310703"/>
                      <a:pt x="697" y="238587"/>
                    </a:cubicBezTo>
                    <a:cubicBezTo>
                      <a:pt x="0" y="110910"/>
                      <a:pt x="103191" y="4584"/>
                      <a:pt x="230761" y="1530"/>
                    </a:cubicBezTo>
                    <a:cubicBezTo>
                      <a:pt x="294262" y="0"/>
                      <a:pt x="355694" y="24160"/>
                      <a:pt x="401141" y="68537"/>
                    </a:cubicBezTo>
                    <a:cubicBezTo>
                      <a:pt x="446587" y="112915"/>
                      <a:pt x="472202" y="173754"/>
                      <a:pt x="472184" y="237274"/>
                    </a:cubicBezTo>
                    <a:close/>
                    <a:moveTo>
                      <a:pt x="429322" y="237274"/>
                    </a:moveTo>
                    <a:cubicBezTo>
                      <a:pt x="429337" y="185301"/>
                      <a:pt x="408377" y="135521"/>
                      <a:pt x="371190" y="99212"/>
                    </a:cubicBezTo>
                    <a:cubicBezTo>
                      <a:pt x="334003" y="62902"/>
                      <a:pt x="283737" y="43137"/>
                      <a:pt x="231779" y="44393"/>
                    </a:cubicBezTo>
                    <a:cubicBezTo>
                      <a:pt x="127302" y="46857"/>
                      <a:pt x="42996" y="133841"/>
                      <a:pt x="43559" y="238319"/>
                    </a:cubicBezTo>
                    <a:cubicBezTo>
                      <a:pt x="43757" y="297299"/>
                      <a:pt x="71061" y="352914"/>
                      <a:pt x="117604" y="389141"/>
                    </a:cubicBezTo>
                    <a:cubicBezTo>
                      <a:pt x="138529" y="405408"/>
                      <a:pt x="150753" y="430440"/>
                      <a:pt x="150715" y="456944"/>
                    </a:cubicBezTo>
                    <a:lnTo>
                      <a:pt x="150715" y="473018"/>
                    </a:lnTo>
                    <a:lnTo>
                      <a:pt x="322165" y="473018"/>
                    </a:lnTo>
                    <a:lnTo>
                      <a:pt x="322165" y="456944"/>
                    </a:lnTo>
                    <a:cubicBezTo>
                      <a:pt x="322226" y="430366"/>
                      <a:pt x="334554" y="405304"/>
                      <a:pt x="355571" y="389034"/>
                    </a:cubicBezTo>
                    <a:cubicBezTo>
                      <a:pt x="402263" y="352544"/>
                      <a:pt x="429483" y="296533"/>
                      <a:pt x="429322" y="237274"/>
                    </a:cubicBezTo>
                    <a:close/>
                    <a:moveTo>
                      <a:pt x="386164" y="212253"/>
                    </a:moveTo>
                    <a:cubicBezTo>
                      <a:pt x="374783" y="148678"/>
                      <a:pt x="325012" y="98918"/>
                      <a:pt x="261434" y="87550"/>
                    </a:cubicBezTo>
                    <a:cubicBezTo>
                      <a:pt x="249761" y="85582"/>
                      <a:pt x="238703" y="93450"/>
                      <a:pt x="236735" y="105124"/>
                    </a:cubicBezTo>
                    <a:cubicBezTo>
                      <a:pt x="234767" y="116797"/>
                      <a:pt x="242635" y="127855"/>
                      <a:pt x="254309" y="129823"/>
                    </a:cubicBezTo>
                    <a:cubicBezTo>
                      <a:pt x="298698" y="137297"/>
                      <a:pt x="336363" y="174963"/>
                      <a:pt x="343891" y="219432"/>
                    </a:cubicBezTo>
                    <a:cubicBezTo>
                      <a:pt x="345642" y="229739"/>
                      <a:pt x="354574" y="237278"/>
                      <a:pt x="365028" y="237274"/>
                    </a:cubicBezTo>
                    <a:cubicBezTo>
                      <a:pt x="366239" y="237267"/>
                      <a:pt x="367448" y="237168"/>
                      <a:pt x="368644" y="236979"/>
                    </a:cubicBezTo>
                    <a:cubicBezTo>
                      <a:pt x="380309" y="234988"/>
                      <a:pt x="388153" y="223919"/>
                      <a:pt x="386164" y="212253"/>
                    </a:cubicBezTo>
                    <a:close/>
                  </a:path>
                </a:pathLst>
              </a:custGeom>
              <a:solidFill>
                <a:srgbClr val="E0A636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581775" y="3233738"/>
              <a:ext cx="62031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12255" y="38928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有新汇报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020050" y="2444131"/>
            <a:ext cx="2545080" cy="1723057"/>
            <a:chOff x="8020050" y="2444131"/>
            <a:chExt cx="2545080" cy="1723057"/>
          </a:xfrm>
        </p:grpSpPr>
        <p:sp>
          <p:nvSpPr>
            <p:cNvPr id="28" name="Line 28"/>
            <p:cNvSpPr/>
            <p:nvPr/>
          </p:nvSpPr>
          <p:spPr>
            <a:xfrm>
              <a:off x="8020050" y="2914650"/>
              <a:ext cx="990600" cy="9525"/>
            </a:xfrm>
            <a:custGeom>
              <a:avLst/>
              <a:gdLst/>
              <a:ahLst/>
              <a:cxnLst/>
              <a:rect l="l" t="t" r="r" b="b"/>
              <a:pathLst>
                <a:path w="990600" h="9525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noFill/>
            <a:ln w="38100">
              <a:solidFill>
                <a:srgbClr val="5D6864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9010650" y="28003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D6864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9625012" y="2444131"/>
              <a:ext cx="621548" cy="560025"/>
              <a:chOff x="9625012" y="2444131"/>
              <a:chExt cx="621548" cy="56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9646444" y="2616994"/>
                <a:ext cx="150019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50019" h="214312">
                    <a:moveTo>
                      <a:pt x="150019" y="0"/>
                    </a:moveTo>
                    <a:lnTo>
                      <a:pt x="150019" y="214312"/>
                    </a:lnTo>
                    <a:lnTo>
                      <a:pt x="21431" y="214312"/>
                    </a:lnTo>
                    <a:cubicBezTo>
                      <a:pt x="9595" y="214312"/>
                      <a:pt x="0" y="204717"/>
                      <a:pt x="0" y="192881"/>
                    </a:cubicBezTo>
                    <a:lnTo>
                      <a:pt x="0" y="21431"/>
                    </a:lnTo>
                    <a:cubicBezTo>
                      <a:pt x="0" y="9595"/>
                      <a:pt x="9595" y="0"/>
                      <a:pt x="21431" y="0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625012" y="2444131"/>
                <a:ext cx="621548" cy="560025"/>
              </a:xfrm>
              <a:custGeom>
                <a:avLst/>
                <a:gdLst/>
                <a:ahLst/>
                <a:cxnLst/>
                <a:rect l="l" t="t" r="r" b="b"/>
                <a:pathLst>
                  <a:path w="621548" h="560025">
                    <a:moveTo>
                      <a:pt x="373734" y="3583"/>
                    </a:moveTo>
                    <a:cubicBezTo>
                      <a:pt x="366382" y="0"/>
                      <a:pt x="357631" y="915"/>
                      <a:pt x="351178" y="5940"/>
                    </a:cubicBezTo>
                    <a:lnTo>
                      <a:pt x="164083" y="151432"/>
                    </a:lnTo>
                    <a:lnTo>
                      <a:pt x="42862" y="151432"/>
                    </a:lnTo>
                    <a:cubicBezTo>
                      <a:pt x="19190" y="151432"/>
                      <a:pt x="0" y="170622"/>
                      <a:pt x="0" y="194294"/>
                    </a:cubicBezTo>
                    <a:lnTo>
                      <a:pt x="0" y="365744"/>
                    </a:lnTo>
                    <a:cubicBezTo>
                      <a:pt x="0" y="389416"/>
                      <a:pt x="19190" y="408607"/>
                      <a:pt x="42862" y="408607"/>
                    </a:cubicBezTo>
                    <a:lnTo>
                      <a:pt x="164083" y="408607"/>
                    </a:lnTo>
                    <a:lnTo>
                      <a:pt x="351178" y="554098"/>
                    </a:lnTo>
                    <a:cubicBezTo>
                      <a:pt x="357637" y="559119"/>
                      <a:pt x="366392" y="560025"/>
                      <a:pt x="373742" y="556433"/>
                    </a:cubicBezTo>
                    <a:cubicBezTo>
                      <a:pt x="381093" y="552840"/>
                      <a:pt x="385756" y="545376"/>
                      <a:pt x="385762" y="537194"/>
                    </a:cubicBezTo>
                    <a:lnTo>
                      <a:pt x="385762" y="22844"/>
                    </a:lnTo>
                    <a:cubicBezTo>
                      <a:pt x="385764" y="14653"/>
                      <a:pt x="381095" y="7177"/>
                      <a:pt x="373734" y="3583"/>
                    </a:cubicBezTo>
                    <a:close/>
                    <a:moveTo>
                      <a:pt x="42862" y="194294"/>
                    </a:moveTo>
                    <a:lnTo>
                      <a:pt x="150019" y="194294"/>
                    </a:lnTo>
                    <a:lnTo>
                      <a:pt x="150019" y="365744"/>
                    </a:lnTo>
                    <a:lnTo>
                      <a:pt x="42862" y="365744"/>
                    </a:lnTo>
                    <a:close/>
                    <a:moveTo>
                      <a:pt x="342900" y="493367"/>
                    </a:moveTo>
                    <a:lnTo>
                      <a:pt x="192881" y="376701"/>
                    </a:lnTo>
                    <a:lnTo>
                      <a:pt x="192881" y="183337"/>
                    </a:lnTo>
                    <a:lnTo>
                      <a:pt x="342900" y="66671"/>
                    </a:lnTo>
                    <a:close/>
                    <a:moveTo>
                      <a:pt x="487561" y="209189"/>
                    </a:moveTo>
                    <a:cubicBezTo>
                      <a:pt x="523225" y="249675"/>
                      <a:pt x="523225" y="310363"/>
                      <a:pt x="487561" y="350849"/>
                    </a:cubicBezTo>
                    <a:cubicBezTo>
                      <a:pt x="479683" y="359506"/>
                      <a:pt x="466317" y="360241"/>
                      <a:pt x="457538" y="352500"/>
                    </a:cubicBezTo>
                    <a:cubicBezTo>
                      <a:pt x="448758" y="344760"/>
                      <a:pt x="447813" y="331407"/>
                      <a:pt x="455414" y="322507"/>
                    </a:cubicBezTo>
                    <a:cubicBezTo>
                      <a:pt x="476800" y="298218"/>
                      <a:pt x="476800" y="261820"/>
                      <a:pt x="455414" y="237532"/>
                    </a:cubicBezTo>
                    <a:cubicBezTo>
                      <a:pt x="447813" y="228631"/>
                      <a:pt x="448758" y="215279"/>
                      <a:pt x="457538" y="207538"/>
                    </a:cubicBezTo>
                    <a:cubicBezTo>
                      <a:pt x="466317" y="199798"/>
                      <a:pt x="479683" y="200533"/>
                      <a:pt x="487561" y="209189"/>
                    </a:cubicBezTo>
                    <a:close/>
                    <a:moveTo>
                      <a:pt x="621506" y="280019"/>
                    </a:moveTo>
                    <a:cubicBezTo>
                      <a:pt x="621537" y="332745"/>
                      <a:pt x="602105" y="383628"/>
                      <a:pt x="566937" y="422912"/>
                    </a:cubicBezTo>
                    <a:cubicBezTo>
                      <a:pt x="558994" y="431507"/>
                      <a:pt x="545624" y="432140"/>
                      <a:pt x="536904" y="424334"/>
                    </a:cubicBezTo>
                    <a:cubicBezTo>
                      <a:pt x="528184" y="416529"/>
                      <a:pt x="527338" y="403171"/>
                      <a:pt x="535004" y="394328"/>
                    </a:cubicBezTo>
                    <a:cubicBezTo>
                      <a:pt x="593211" y="329247"/>
                      <a:pt x="593211" y="230818"/>
                      <a:pt x="535004" y="165737"/>
                    </a:cubicBezTo>
                    <a:cubicBezTo>
                      <a:pt x="529753" y="160054"/>
                      <a:pt x="527972" y="151982"/>
                      <a:pt x="530345" y="144617"/>
                    </a:cubicBezTo>
                    <a:cubicBezTo>
                      <a:pt x="532719" y="137252"/>
                      <a:pt x="538878" y="131739"/>
                      <a:pt x="546460" y="130192"/>
                    </a:cubicBezTo>
                    <a:cubicBezTo>
                      <a:pt x="554042" y="128646"/>
                      <a:pt x="561868" y="131306"/>
                      <a:pt x="566937" y="137153"/>
                    </a:cubicBezTo>
                    <a:cubicBezTo>
                      <a:pt x="602115" y="176421"/>
                      <a:pt x="621548" y="227299"/>
                      <a:pt x="621506" y="280019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9420225" y="3233738"/>
              <a:ext cx="62031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听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50705" y="389286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按一下下排键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03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7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904875" y="1462088"/>
            <a:ext cx="10071497" cy="1485900"/>
            <a:chOff x="904875" y="1462088"/>
            <a:chExt cx="10071497" cy="1485900"/>
          </a:xfrm>
        </p:grpSpPr>
        <p:sp>
          <p:nvSpPr>
            <p:cNvPr id="3" name="TextBox 3"/>
            <p:cNvSpPr txBox="1"/>
            <p:nvPr/>
          </p:nvSpPr>
          <p:spPr>
            <a:xfrm>
              <a:off x="904875" y="1462088"/>
              <a:ext cx="500461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把四个 Codex 任务，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04875" y="2185988"/>
              <a:ext cx="10071497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变成四个</a:t>
              </a:r>
              <a:r>
                <a:rPr lang="zh-CN" sz="375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可说、可听、会亮灯</a:t>
              </a:r>
              <a:r>
                <a:rPr lang="zh-CN" sz="37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的实体频道。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1550" y="3848100"/>
            <a:ext cx="10248900" cy="495300"/>
            <a:chOff x="971550" y="3848100"/>
            <a:chExt cx="10248900" cy="495300"/>
          </a:xfrm>
        </p:grpSpPr>
        <p:sp>
          <p:nvSpPr>
            <p:cNvPr id="6" name="Line 6"/>
            <p:cNvSpPr/>
            <p:nvPr/>
          </p:nvSpPr>
          <p:spPr>
            <a:xfrm>
              <a:off x="971550" y="4095750"/>
              <a:ext cx="10248900" cy="9525"/>
            </a:xfrm>
            <a:custGeom>
              <a:avLst/>
              <a:gdLst/>
              <a:ahLst/>
              <a:cxnLst/>
              <a:rect l="l" t="t" r="r" b="b"/>
              <a:pathLst>
                <a:path w="10248900" h="9525">
                  <a:moveTo>
                    <a:pt x="0" y="0"/>
                  </a:moveTo>
                  <a:lnTo>
                    <a:pt x="10248900" y="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466850" y="3848100"/>
              <a:ext cx="495300" cy="495300"/>
              <a:chOff x="1466850" y="3848100"/>
              <a:chExt cx="495300" cy="49530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466850" y="3848100"/>
                <a:ext cx="495300" cy="495300"/>
              </a:xfrm>
              <a:prstGeom prst="ellipse">
                <a:avLst/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658891" y="3993832"/>
                <a:ext cx="11121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381500" y="3848100"/>
              <a:ext cx="495300" cy="495300"/>
              <a:chOff x="4381500" y="3848100"/>
              <a:chExt cx="495300" cy="495300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4381500" y="3848100"/>
                <a:ext cx="495300" cy="495300"/>
              </a:xfrm>
              <a:prstGeom prst="ellipse">
                <a:avLst/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4544662" y="39938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296150" y="3848100"/>
              <a:ext cx="495300" cy="495300"/>
              <a:chOff x="7296150" y="3848100"/>
              <a:chExt cx="495300" cy="49530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7296150" y="3848100"/>
                <a:ext cx="495300" cy="495300"/>
              </a:xfrm>
              <a:prstGeom prst="ellipse">
                <a:avLst/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459312" y="39938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0210800" y="3848100"/>
              <a:ext cx="495300" cy="495300"/>
              <a:chOff x="10210800" y="3848100"/>
              <a:chExt cx="495300" cy="4953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10210800" y="3848100"/>
                <a:ext cx="495300" cy="495300"/>
              </a:xfrm>
              <a:prstGeom prst="ellipse">
                <a:avLst/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373962" y="39938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925830" y="5050155"/>
            <a:ext cx="5934075" cy="426720"/>
            <a:chOff x="925830" y="5050155"/>
            <a:chExt cx="5934075" cy="426720"/>
          </a:xfrm>
        </p:grpSpPr>
        <p:sp>
          <p:nvSpPr>
            <p:cNvPr id="20" name="TextBox 20"/>
            <p:cNvSpPr txBox="1"/>
            <p:nvPr/>
          </p:nvSpPr>
          <p:spPr>
            <a:xfrm>
              <a:off x="925830" y="5050155"/>
              <a:ext cx="593407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常用要求直接说，需要检查代码时再回到电脑。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04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9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6197806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我每天同时开着好几个 Codex 任务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82930" y="1593532"/>
            <a:ext cx="4522470" cy="3502343"/>
            <a:chOff x="582930" y="1593532"/>
            <a:chExt cx="4522470" cy="3502343"/>
          </a:xfrm>
        </p:grpSpPr>
        <p:sp>
          <p:nvSpPr>
            <p:cNvPr id="4" name="TextBox 4"/>
            <p:cNvSpPr txBox="1"/>
            <p:nvPr/>
          </p:nvSpPr>
          <p:spPr>
            <a:xfrm>
              <a:off x="588645" y="1593532"/>
              <a:ext cx="1362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一个在改固件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8645" y="2088832"/>
              <a:ext cx="182413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一个在做 Mac App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88645" y="2584132"/>
              <a:ext cx="1362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一个在跑测试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8645" y="3079432"/>
              <a:ext cx="20221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还有一个在整理课程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390525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2930" y="4269105"/>
              <a:ext cx="24056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四个任务都能跑，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2930" y="4669155"/>
              <a:ext cx="26996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但我一直在来回看。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191250" y="1143000"/>
            <a:ext cx="5391150" cy="4762500"/>
            <a:chOff x="6191250" y="1143000"/>
            <a:chExt cx="5391150" cy="4762500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rcRect l="10391" t="0" r="10391" b="0"/>
            <a:stretch>
              <a:fillRect/>
            </a:stretch>
          </p:blipFill>
          <p:spPr>
            <a:xfrm>
              <a:off x="6191250" y="1143000"/>
              <a:ext cx="5391150" cy="4762500"/>
            </a:xfrm>
            <a:prstGeom prst="roundRect">
              <a:avLst>
                <a:gd name="adj" fmla="val 1600"/>
              </a:avLst>
            </a:prstGeom>
          </p:spPr>
        </p:pic>
        <p:sp>
          <p:nvSpPr>
            <p:cNvPr id="13" name="Rectangle 13"/>
            <p:cNvSpPr/>
            <p:nvPr/>
          </p:nvSpPr>
          <p:spPr>
            <a:xfrm>
              <a:off x="6191250" y="1143000"/>
              <a:ext cx="5391150" cy="4762500"/>
            </a:xfrm>
            <a:prstGeom prst="roundRect">
              <a:avLst>
                <a:gd name="adj" fmla="val 1600"/>
              </a:avLst>
            </a:prstGeom>
            <a:noFill/>
            <a:ln w="19050">
              <a:solidFill>
                <a:srgbClr val="CBD2CE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98170" y="6107906"/>
            <a:ext cx="8180189" cy="397669"/>
            <a:chOff x="598170" y="6107906"/>
            <a:chExt cx="8180189" cy="397669"/>
          </a:xfrm>
        </p:grpSpPr>
        <p:sp>
          <p:nvSpPr>
            <p:cNvPr id="15" name="TextBox 15"/>
            <p:cNvSpPr txBox="1"/>
            <p:nvPr/>
          </p:nvSpPr>
          <p:spPr>
            <a:xfrm>
              <a:off x="6176962" y="6107906"/>
              <a:ext cx="26013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工作场景示意（AI 生成），非现场照片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8170" y="63226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05 / 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685623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打字、切窗口、等结果，反复打断工作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09600" y="1524000"/>
            <a:ext cx="3352800" cy="3905250"/>
            <a:chOff x="609600" y="1524000"/>
            <a:chExt cx="3352800" cy="3905250"/>
          </a:xfrm>
        </p:grpSpPr>
        <p:sp>
          <p:nvSpPr>
            <p:cNvPr id="4" name="Rectangle 4"/>
            <p:cNvSpPr/>
            <p:nvPr/>
          </p:nvSpPr>
          <p:spPr>
            <a:xfrm>
              <a:off x="609600" y="1524000"/>
              <a:ext cx="3352800" cy="3905250"/>
            </a:xfrm>
            <a:prstGeom prst="roundRect">
              <a:avLst>
                <a:gd name="adj" fmla="val 2273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947737" y="2005012"/>
              <a:ext cx="466725" cy="333375"/>
              <a:chOff x="947737" y="2005012"/>
              <a:chExt cx="466725" cy="33337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964395" y="2021670"/>
                <a:ext cx="433399" cy="300018"/>
              </a:xfrm>
              <a:custGeom>
                <a:avLst/>
                <a:gdLst/>
                <a:ahLst/>
                <a:cxnLst/>
                <a:rect l="l" t="t" r="r" b="b"/>
                <a:pathLst>
                  <a:path w="433399" h="300018">
                    <a:moveTo>
                      <a:pt x="433399" y="17701"/>
                    </a:moveTo>
                    <a:lnTo>
                      <a:pt x="433399" y="282317"/>
                    </a:lnTo>
                    <a:cubicBezTo>
                      <a:pt x="433399" y="287009"/>
                      <a:pt x="431535" y="291508"/>
                      <a:pt x="428217" y="294826"/>
                    </a:cubicBezTo>
                    <a:cubicBezTo>
                      <a:pt x="424900" y="298143"/>
                      <a:pt x="420400" y="300007"/>
                      <a:pt x="415709" y="300007"/>
                    </a:cubicBezTo>
                    <a:lnTo>
                      <a:pt x="17742" y="300007"/>
                    </a:lnTo>
                    <a:cubicBezTo>
                      <a:pt x="13051" y="300018"/>
                      <a:pt x="8547" y="298165"/>
                      <a:pt x="5222" y="294855"/>
                    </a:cubicBezTo>
                    <a:cubicBezTo>
                      <a:pt x="1896" y="291546"/>
                      <a:pt x="22" y="287050"/>
                      <a:pt x="11" y="282359"/>
                    </a:cubicBezTo>
                    <a:lnTo>
                      <a:pt x="11" y="17742"/>
                    </a:lnTo>
                    <a:cubicBezTo>
                      <a:pt x="0" y="13044"/>
                      <a:pt x="1859" y="8533"/>
                      <a:pt x="5178" y="5207"/>
                    </a:cubicBezTo>
                    <a:cubicBezTo>
                      <a:pt x="8496" y="1881"/>
                      <a:pt x="13002" y="11"/>
                      <a:pt x="17701" y="11"/>
                    </a:cubicBezTo>
                    <a:lnTo>
                      <a:pt x="415667" y="11"/>
                    </a:lnTo>
                    <a:cubicBezTo>
                      <a:pt x="420366" y="0"/>
                      <a:pt x="424876" y="1859"/>
                      <a:pt x="428203" y="5178"/>
                    </a:cubicBezTo>
                    <a:cubicBezTo>
                      <a:pt x="431529" y="8496"/>
                      <a:pt x="433399" y="13002"/>
                      <a:pt x="433399" y="17701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47737" y="2005012"/>
                <a:ext cx="46672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466725" h="333375">
                    <a:moveTo>
                      <a:pt x="432367" y="0"/>
                    </a:moveTo>
                    <a:lnTo>
                      <a:pt x="34400" y="0"/>
                    </a:lnTo>
                    <a:cubicBezTo>
                      <a:pt x="15418" y="0"/>
                      <a:pt x="23" y="15376"/>
                      <a:pt x="0" y="34358"/>
                    </a:cubicBezTo>
                    <a:lnTo>
                      <a:pt x="0" y="298975"/>
                    </a:lnTo>
                    <a:cubicBezTo>
                      <a:pt x="0" y="317957"/>
                      <a:pt x="15376" y="333352"/>
                      <a:pt x="34358" y="333375"/>
                    </a:cubicBezTo>
                    <a:lnTo>
                      <a:pt x="432325" y="333375"/>
                    </a:lnTo>
                    <a:cubicBezTo>
                      <a:pt x="451307" y="333375"/>
                      <a:pt x="466702" y="317999"/>
                      <a:pt x="466725" y="299017"/>
                    </a:cubicBezTo>
                    <a:lnTo>
                      <a:pt x="466725" y="34400"/>
                    </a:lnTo>
                    <a:cubicBezTo>
                      <a:pt x="466725" y="15418"/>
                      <a:pt x="451349" y="23"/>
                      <a:pt x="432367" y="0"/>
                    </a:cubicBezTo>
                    <a:close/>
                    <a:moveTo>
                      <a:pt x="433388" y="299017"/>
                    </a:moveTo>
                    <a:cubicBezTo>
                      <a:pt x="433388" y="299287"/>
                      <a:pt x="433280" y="299547"/>
                      <a:pt x="433088" y="299738"/>
                    </a:cubicBezTo>
                    <a:cubicBezTo>
                      <a:pt x="432897" y="299930"/>
                      <a:pt x="432637" y="300038"/>
                      <a:pt x="432367" y="300038"/>
                    </a:cubicBezTo>
                    <a:lnTo>
                      <a:pt x="34400" y="300038"/>
                    </a:lnTo>
                    <a:cubicBezTo>
                      <a:pt x="34129" y="300038"/>
                      <a:pt x="33870" y="299930"/>
                      <a:pt x="33678" y="299738"/>
                    </a:cubicBezTo>
                    <a:cubicBezTo>
                      <a:pt x="33487" y="299547"/>
                      <a:pt x="33379" y="299287"/>
                      <a:pt x="33379" y="299017"/>
                    </a:cubicBezTo>
                    <a:lnTo>
                      <a:pt x="33379" y="34400"/>
                    </a:lnTo>
                    <a:cubicBezTo>
                      <a:pt x="33379" y="33836"/>
                      <a:pt x="33836" y="33379"/>
                      <a:pt x="34400" y="33379"/>
                    </a:cubicBezTo>
                    <a:lnTo>
                      <a:pt x="432367" y="33379"/>
                    </a:lnTo>
                    <a:cubicBezTo>
                      <a:pt x="432637" y="33379"/>
                      <a:pt x="432897" y="33487"/>
                      <a:pt x="433088" y="33678"/>
                    </a:cubicBezTo>
                    <a:cubicBezTo>
                      <a:pt x="433280" y="33870"/>
                      <a:pt x="433388" y="34129"/>
                      <a:pt x="433388" y="34400"/>
                    </a:cubicBezTo>
                    <a:close/>
                    <a:moveTo>
                      <a:pt x="400050" y="166688"/>
                    </a:moveTo>
                    <a:cubicBezTo>
                      <a:pt x="400050" y="175893"/>
                      <a:pt x="392587" y="183356"/>
                      <a:pt x="383381" y="183356"/>
                    </a:cubicBezTo>
                    <a:lnTo>
                      <a:pt x="83344" y="183356"/>
                    </a:lnTo>
                    <a:cubicBezTo>
                      <a:pt x="74138" y="183356"/>
                      <a:pt x="66675" y="175893"/>
                      <a:pt x="66675" y="166688"/>
                    </a:cubicBezTo>
                    <a:cubicBezTo>
                      <a:pt x="66675" y="157482"/>
                      <a:pt x="74138" y="150019"/>
                      <a:pt x="83344" y="150019"/>
                    </a:cubicBezTo>
                    <a:lnTo>
                      <a:pt x="383381" y="150019"/>
                    </a:lnTo>
                    <a:cubicBezTo>
                      <a:pt x="392587" y="150019"/>
                      <a:pt x="400050" y="157482"/>
                      <a:pt x="400050" y="166688"/>
                    </a:cubicBezTo>
                    <a:close/>
                    <a:moveTo>
                      <a:pt x="400050" y="100013"/>
                    </a:moveTo>
                    <a:cubicBezTo>
                      <a:pt x="400050" y="109218"/>
                      <a:pt x="392587" y="116681"/>
                      <a:pt x="383381" y="116681"/>
                    </a:cubicBezTo>
                    <a:lnTo>
                      <a:pt x="83344" y="116681"/>
                    </a:lnTo>
                    <a:cubicBezTo>
                      <a:pt x="74138" y="116681"/>
                      <a:pt x="66675" y="109218"/>
                      <a:pt x="66675" y="100013"/>
                    </a:cubicBezTo>
                    <a:cubicBezTo>
                      <a:pt x="66675" y="90807"/>
                      <a:pt x="74138" y="83344"/>
                      <a:pt x="83344" y="83344"/>
                    </a:cubicBezTo>
                    <a:lnTo>
                      <a:pt x="383381" y="83344"/>
                    </a:lnTo>
                    <a:cubicBezTo>
                      <a:pt x="392587" y="83344"/>
                      <a:pt x="400050" y="90807"/>
                      <a:pt x="400050" y="100013"/>
                    </a:cubicBezTo>
                    <a:close/>
                    <a:moveTo>
                      <a:pt x="116681" y="233363"/>
                    </a:moveTo>
                    <a:cubicBezTo>
                      <a:pt x="116681" y="242568"/>
                      <a:pt x="109218" y="250031"/>
                      <a:pt x="100013" y="250031"/>
                    </a:cubicBezTo>
                    <a:lnTo>
                      <a:pt x="83344" y="250031"/>
                    </a:lnTo>
                    <a:cubicBezTo>
                      <a:pt x="74138" y="250031"/>
                      <a:pt x="66675" y="242568"/>
                      <a:pt x="66675" y="233363"/>
                    </a:cubicBezTo>
                    <a:cubicBezTo>
                      <a:pt x="66675" y="224157"/>
                      <a:pt x="74138" y="216694"/>
                      <a:pt x="83344" y="216694"/>
                    </a:cubicBezTo>
                    <a:lnTo>
                      <a:pt x="100013" y="216694"/>
                    </a:lnTo>
                    <a:cubicBezTo>
                      <a:pt x="109218" y="216694"/>
                      <a:pt x="116681" y="224157"/>
                      <a:pt x="116681" y="233363"/>
                    </a:cubicBezTo>
                    <a:close/>
                    <a:moveTo>
                      <a:pt x="316706" y="233363"/>
                    </a:moveTo>
                    <a:cubicBezTo>
                      <a:pt x="316706" y="242568"/>
                      <a:pt x="309243" y="250031"/>
                      <a:pt x="300038" y="250031"/>
                    </a:cubicBezTo>
                    <a:lnTo>
                      <a:pt x="166688" y="250031"/>
                    </a:lnTo>
                    <a:cubicBezTo>
                      <a:pt x="157482" y="250031"/>
                      <a:pt x="150019" y="242568"/>
                      <a:pt x="150019" y="233363"/>
                    </a:cubicBezTo>
                    <a:cubicBezTo>
                      <a:pt x="150019" y="224157"/>
                      <a:pt x="157482" y="216694"/>
                      <a:pt x="166688" y="216694"/>
                    </a:cubicBezTo>
                    <a:lnTo>
                      <a:pt x="300038" y="216694"/>
                    </a:lnTo>
                    <a:cubicBezTo>
                      <a:pt x="309243" y="216694"/>
                      <a:pt x="316706" y="224157"/>
                      <a:pt x="316706" y="233363"/>
                    </a:cubicBezTo>
                    <a:close/>
                    <a:moveTo>
                      <a:pt x="400050" y="233363"/>
                    </a:moveTo>
                    <a:cubicBezTo>
                      <a:pt x="400050" y="242568"/>
                      <a:pt x="392587" y="250031"/>
                      <a:pt x="383381" y="250031"/>
                    </a:cubicBezTo>
                    <a:lnTo>
                      <a:pt x="366713" y="250031"/>
                    </a:lnTo>
                    <a:cubicBezTo>
                      <a:pt x="357507" y="250031"/>
                      <a:pt x="350044" y="242568"/>
                      <a:pt x="350044" y="233363"/>
                    </a:cubicBezTo>
                    <a:cubicBezTo>
                      <a:pt x="350044" y="224157"/>
                      <a:pt x="357507" y="216694"/>
                      <a:pt x="366713" y="216694"/>
                    </a:cubicBezTo>
                    <a:lnTo>
                      <a:pt x="383381" y="216694"/>
                    </a:lnTo>
                    <a:cubicBezTo>
                      <a:pt x="392587" y="216694"/>
                      <a:pt x="400050" y="224157"/>
                      <a:pt x="400050" y="233363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887730" y="27641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总在打字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5350" y="3362325"/>
              <a:ext cx="20383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很多要求只要说一句，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5350" y="3686175"/>
              <a:ext cx="1838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却要先坐回电脑前。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19600" y="1524000"/>
            <a:ext cx="3352800" cy="3905250"/>
            <a:chOff x="4419600" y="1524000"/>
            <a:chExt cx="3352800" cy="3905250"/>
          </a:xfrm>
        </p:grpSpPr>
        <p:sp>
          <p:nvSpPr>
            <p:cNvPr id="12" name="Rectangle 12"/>
            <p:cNvSpPr/>
            <p:nvPr/>
          </p:nvSpPr>
          <p:spPr>
            <a:xfrm>
              <a:off x="4419600" y="1524000"/>
              <a:ext cx="3352800" cy="3905250"/>
            </a:xfrm>
            <a:prstGeom prst="roundRect">
              <a:avLst>
                <a:gd name="adj" fmla="val 2273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4774406" y="1988344"/>
              <a:ext cx="433388" cy="400050"/>
              <a:chOff x="4774406" y="1988344"/>
              <a:chExt cx="433388" cy="4000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791075" y="2005012"/>
                <a:ext cx="400050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216694">
                    <a:moveTo>
                      <a:pt x="400050" y="33338"/>
                    </a:moveTo>
                    <a:lnTo>
                      <a:pt x="400050" y="216694"/>
                    </a:lnTo>
                    <a:lnTo>
                      <a:pt x="0" y="216694"/>
                    </a:ln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lnTo>
                      <a:pt x="366712" y="0"/>
                    </a:lnTo>
                    <a:cubicBezTo>
                      <a:pt x="385124" y="0"/>
                      <a:pt x="400050" y="14926"/>
                      <a:pt x="400050" y="33338"/>
                    </a:cubicBezTo>
                    <a:close/>
                  </a:path>
                </a:pathLst>
              </a:custGeom>
              <a:solidFill>
                <a:srgbClr val="D65C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774406" y="1988344"/>
                <a:ext cx="433388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433388" h="400050">
                    <a:moveTo>
                      <a:pt x="383381" y="0"/>
                    </a:moveTo>
                    <a:lnTo>
                      <a:pt x="50006" y="0"/>
                    </a:lnTo>
                    <a:cubicBezTo>
                      <a:pt x="22389" y="0"/>
                      <a:pt x="0" y="22389"/>
                      <a:pt x="0" y="50006"/>
                    </a:cubicBezTo>
                    <a:lnTo>
                      <a:pt x="0" y="283369"/>
                    </a:lnTo>
                    <a:cubicBezTo>
                      <a:pt x="0" y="310986"/>
                      <a:pt x="22389" y="333375"/>
                      <a:pt x="50006" y="333375"/>
                    </a:cubicBezTo>
                    <a:lnTo>
                      <a:pt x="200025" y="333375"/>
                    </a:lnTo>
                    <a:lnTo>
                      <a:pt x="200025" y="366712"/>
                    </a:lnTo>
                    <a:lnTo>
                      <a:pt x="150019" y="366712"/>
                    </a:lnTo>
                    <a:cubicBezTo>
                      <a:pt x="140813" y="366712"/>
                      <a:pt x="133350" y="374175"/>
                      <a:pt x="133350" y="383381"/>
                    </a:cubicBezTo>
                    <a:cubicBezTo>
                      <a:pt x="133350" y="392587"/>
                      <a:pt x="140813" y="400050"/>
                      <a:pt x="150019" y="400050"/>
                    </a:cubicBezTo>
                    <a:lnTo>
                      <a:pt x="283369" y="400050"/>
                    </a:lnTo>
                    <a:cubicBezTo>
                      <a:pt x="292575" y="400050"/>
                      <a:pt x="300038" y="392587"/>
                      <a:pt x="300038" y="383381"/>
                    </a:cubicBezTo>
                    <a:cubicBezTo>
                      <a:pt x="300038" y="374175"/>
                      <a:pt x="292575" y="366712"/>
                      <a:pt x="283369" y="366712"/>
                    </a:cubicBezTo>
                    <a:lnTo>
                      <a:pt x="233362" y="366712"/>
                    </a:lnTo>
                    <a:lnTo>
                      <a:pt x="233362" y="333375"/>
                    </a:lnTo>
                    <a:lnTo>
                      <a:pt x="383381" y="333375"/>
                    </a:lnTo>
                    <a:cubicBezTo>
                      <a:pt x="410999" y="333375"/>
                      <a:pt x="433388" y="310986"/>
                      <a:pt x="433388" y="283369"/>
                    </a:cubicBezTo>
                    <a:lnTo>
                      <a:pt x="433388" y="50006"/>
                    </a:lnTo>
                    <a:cubicBezTo>
                      <a:pt x="433388" y="22389"/>
                      <a:pt x="410999" y="0"/>
                      <a:pt x="383381" y="0"/>
                    </a:cubicBezTo>
                    <a:close/>
                    <a:moveTo>
                      <a:pt x="50006" y="33338"/>
                    </a:moveTo>
                    <a:lnTo>
                      <a:pt x="383381" y="33338"/>
                    </a:lnTo>
                    <a:cubicBezTo>
                      <a:pt x="392587" y="33338"/>
                      <a:pt x="400050" y="40800"/>
                      <a:pt x="400050" y="50006"/>
                    </a:cubicBezTo>
                    <a:lnTo>
                      <a:pt x="400050" y="216694"/>
                    </a:lnTo>
                    <a:lnTo>
                      <a:pt x="33338" y="216694"/>
                    </a:lnTo>
                    <a:lnTo>
                      <a:pt x="33338" y="50006"/>
                    </a:lnTo>
                    <a:cubicBezTo>
                      <a:pt x="33338" y="40800"/>
                      <a:pt x="40800" y="33338"/>
                      <a:pt x="50006" y="33338"/>
                    </a:cubicBezTo>
                    <a:close/>
                    <a:moveTo>
                      <a:pt x="383381" y="300038"/>
                    </a:moveTo>
                    <a:lnTo>
                      <a:pt x="50006" y="300038"/>
                    </a:lnTo>
                    <a:cubicBezTo>
                      <a:pt x="40800" y="300038"/>
                      <a:pt x="33338" y="292575"/>
                      <a:pt x="33338" y="283369"/>
                    </a:cubicBezTo>
                    <a:lnTo>
                      <a:pt x="33338" y="250031"/>
                    </a:lnTo>
                    <a:lnTo>
                      <a:pt x="400050" y="250031"/>
                    </a:lnTo>
                    <a:lnTo>
                      <a:pt x="400050" y="283369"/>
                    </a:lnTo>
                    <a:cubicBezTo>
                      <a:pt x="400050" y="292575"/>
                      <a:pt x="392587" y="300038"/>
                      <a:pt x="383381" y="300038"/>
                    </a:cubicBezTo>
                    <a:close/>
                  </a:path>
                </a:pathLst>
              </a:custGeom>
              <a:solidFill>
                <a:srgbClr val="D65C4A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4697730" y="276415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总在切窗口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05350" y="336232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看谁做完了，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05350" y="368617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看谁还在等我。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29600" y="1524000"/>
            <a:ext cx="3352800" cy="3905250"/>
            <a:chOff x="8229600" y="1524000"/>
            <a:chExt cx="3352800" cy="3905250"/>
          </a:xfrm>
        </p:grpSpPr>
        <p:sp>
          <p:nvSpPr>
            <p:cNvPr id="20" name="Rectangle 20"/>
            <p:cNvSpPr/>
            <p:nvPr/>
          </p:nvSpPr>
          <p:spPr>
            <a:xfrm>
              <a:off x="8229600" y="1524000"/>
              <a:ext cx="3352800" cy="3905250"/>
            </a:xfrm>
            <a:prstGeom prst="roundRect">
              <a:avLst>
                <a:gd name="adj" fmla="val 2273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8601075" y="1921669"/>
              <a:ext cx="400050" cy="466725"/>
              <a:chOff x="8601075" y="1921669"/>
              <a:chExt cx="400050" cy="4667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617744" y="2005012"/>
                <a:ext cx="366712" cy="366712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366712">
                    <a:moveTo>
                      <a:pt x="366712" y="183356"/>
                    </a:moveTo>
                    <a:cubicBezTo>
                      <a:pt x="366712" y="284621"/>
                      <a:pt x="284621" y="366712"/>
                      <a:pt x="183356" y="366712"/>
                    </a:cubicBezTo>
                    <a:cubicBezTo>
                      <a:pt x="82091" y="366712"/>
                      <a:pt x="0" y="284621"/>
                      <a:pt x="0" y="183356"/>
                    </a:cubicBezTo>
                    <a:cubicBezTo>
                      <a:pt x="0" y="82091"/>
                      <a:pt x="82091" y="0"/>
                      <a:pt x="183356" y="0"/>
                    </a:cubicBezTo>
                    <a:cubicBezTo>
                      <a:pt x="284621" y="0"/>
                      <a:pt x="366712" y="82091"/>
                      <a:pt x="366712" y="183356"/>
                    </a:cubicBezTo>
                    <a:close/>
                  </a:path>
                </a:pathLst>
              </a:custGeom>
              <a:solidFill>
                <a:srgbClr val="E0A63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601075" y="1921669"/>
                <a:ext cx="400050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66725">
                    <a:moveTo>
                      <a:pt x="200025" y="66675"/>
                    </a:moveTo>
                    <a:cubicBezTo>
                      <a:pt x="89554" y="66675"/>
                      <a:pt x="0" y="156229"/>
                      <a:pt x="0" y="266700"/>
                    </a:cubicBezTo>
                    <a:cubicBezTo>
                      <a:pt x="0" y="377171"/>
                      <a:pt x="89554" y="466725"/>
                      <a:pt x="200025" y="466725"/>
                    </a:cubicBezTo>
                    <a:cubicBezTo>
                      <a:pt x="310496" y="466725"/>
                      <a:pt x="400050" y="377171"/>
                      <a:pt x="400050" y="266700"/>
                    </a:cubicBezTo>
                    <a:cubicBezTo>
                      <a:pt x="399924" y="156282"/>
                      <a:pt x="310443" y="66801"/>
                      <a:pt x="200025" y="66675"/>
                    </a:cubicBezTo>
                    <a:close/>
                    <a:moveTo>
                      <a:pt x="200025" y="433388"/>
                    </a:moveTo>
                    <a:cubicBezTo>
                      <a:pt x="107966" y="433388"/>
                      <a:pt x="33338" y="358759"/>
                      <a:pt x="33338" y="266700"/>
                    </a:cubicBezTo>
                    <a:cubicBezTo>
                      <a:pt x="33338" y="174641"/>
                      <a:pt x="107966" y="100012"/>
                      <a:pt x="200025" y="100012"/>
                    </a:cubicBezTo>
                    <a:cubicBezTo>
                      <a:pt x="292084" y="100012"/>
                      <a:pt x="366712" y="174641"/>
                      <a:pt x="366712" y="266700"/>
                    </a:cubicBezTo>
                    <a:cubicBezTo>
                      <a:pt x="366609" y="358716"/>
                      <a:pt x="292041" y="433284"/>
                      <a:pt x="200025" y="433388"/>
                    </a:cubicBezTo>
                    <a:close/>
                    <a:moveTo>
                      <a:pt x="295162" y="171563"/>
                    </a:moveTo>
                    <a:cubicBezTo>
                      <a:pt x="298292" y="174690"/>
                      <a:pt x="300051" y="178932"/>
                      <a:pt x="300051" y="183356"/>
                    </a:cubicBezTo>
                    <a:cubicBezTo>
                      <a:pt x="300051" y="187780"/>
                      <a:pt x="298292" y="192023"/>
                      <a:pt x="295162" y="195149"/>
                    </a:cubicBezTo>
                    <a:lnTo>
                      <a:pt x="211818" y="278493"/>
                    </a:lnTo>
                    <a:cubicBezTo>
                      <a:pt x="205305" y="285006"/>
                      <a:pt x="194745" y="285006"/>
                      <a:pt x="188232" y="278493"/>
                    </a:cubicBezTo>
                    <a:cubicBezTo>
                      <a:pt x="181719" y="271980"/>
                      <a:pt x="181719" y="261420"/>
                      <a:pt x="188232" y="254907"/>
                    </a:cubicBezTo>
                    <a:lnTo>
                      <a:pt x="271576" y="171563"/>
                    </a:lnTo>
                    <a:cubicBezTo>
                      <a:pt x="274702" y="168433"/>
                      <a:pt x="278945" y="166674"/>
                      <a:pt x="283369" y="166674"/>
                    </a:cubicBezTo>
                    <a:cubicBezTo>
                      <a:pt x="287793" y="166674"/>
                      <a:pt x="292035" y="168433"/>
                      <a:pt x="295162" y="171563"/>
                    </a:cubicBezTo>
                    <a:close/>
                    <a:moveTo>
                      <a:pt x="133350" y="16669"/>
                    </a:moveTo>
                    <a:cubicBezTo>
                      <a:pt x="133350" y="7463"/>
                      <a:pt x="140813" y="0"/>
                      <a:pt x="150019" y="0"/>
                    </a:cubicBezTo>
                    <a:lnTo>
                      <a:pt x="250031" y="0"/>
                    </a:lnTo>
                    <a:cubicBezTo>
                      <a:pt x="259237" y="0"/>
                      <a:pt x="266700" y="7463"/>
                      <a:pt x="266700" y="16669"/>
                    </a:cubicBezTo>
                    <a:cubicBezTo>
                      <a:pt x="266700" y="25875"/>
                      <a:pt x="259237" y="33338"/>
                      <a:pt x="250031" y="33338"/>
                    </a:cubicBezTo>
                    <a:lnTo>
                      <a:pt x="150019" y="33338"/>
                    </a:lnTo>
                    <a:cubicBezTo>
                      <a:pt x="140813" y="33338"/>
                      <a:pt x="133350" y="25875"/>
                      <a:pt x="133350" y="16669"/>
                    </a:cubicBezTo>
                    <a:close/>
                  </a:path>
                </a:pathLst>
              </a:custGeom>
              <a:solidFill>
                <a:srgbClr val="E0A636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8507730" y="276415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总在等结果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15350" y="3362325"/>
              <a:ext cx="1038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盯着进度，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15350" y="3686175"/>
              <a:ext cx="1838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反而没去做别的事。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06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1000125" y="1366838"/>
            <a:ext cx="4295775" cy="1914524"/>
            <a:chOff x="1000125" y="1366838"/>
            <a:chExt cx="4295775" cy="1914524"/>
          </a:xfrm>
        </p:grpSpPr>
        <p:sp>
          <p:nvSpPr>
            <p:cNvPr id="3" name="TextBox 3"/>
            <p:cNvSpPr txBox="1"/>
            <p:nvPr/>
          </p:nvSpPr>
          <p:spPr>
            <a:xfrm>
              <a:off x="1000125" y="1366838"/>
              <a:ext cx="279933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AI 能并行，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0125" y="2052638"/>
              <a:ext cx="429577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人却只有一双手。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26795" y="2946082"/>
              <a:ext cx="422243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真正卡住的，是下要求、看状态、收结果。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010400" y="1333500"/>
            <a:ext cx="3962400" cy="2247900"/>
            <a:chOff x="7010400" y="1333500"/>
            <a:chExt cx="3962400" cy="2247900"/>
          </a:xfrm>
        </p:grpSpPr>
        <p:sp>
          <p:nvSpPr>
            <p:cNvPr id="7" name="Ellipse 7"/>
            <p:cNvSpPr/>
            <p:nvPr/>
          </p:nvSpPr>
          <p:spPr>
            <a:xfrm>
              <a:off x="7010400" y="1333500"/>
              <a:ext cx="800100" cy="800100"/>
            </a:xfrm>
            <a:prstGeom prst="ellipse">
              <a:avLst/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458200" y="1333500"/>
              <a:ext cx="800100" cy="800100"/>
            </a:xfrm>
            <a:prstGeom prst="ellipse">
              <a:avLst/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7010400" y="2781300"/>
              <a:ext cx="800100" cy="800100"/>
            </a:xfrm>
            <a:prstGeom prst="ellipse">
              <a:avLst/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458200" y="2781300"/>
              <a:ext cx="800100" cy="800100"/>
            </a:xfrm>
            <a:prstGeom prst="ellipse">
              <a:avLst/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44730" y="1608772"/>
              <a:ext cx="13144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58401" y="1608772"/>
              <a:ext cx="19969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10601" y="3056572"/>
              <a:ext cx="19969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58401" y="3056572"/>
              <a:ext cx="19969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810500" y="1733550"/>
              <a:ext cx="2095500" cy="1447800"/>
            </a:xfrm>
            <a:custGeom>
              <a:avLst/>
              <a:gdLst/>
              <a:ahLst/>
              <a:cxnLst/>
              <a:rect l="l" t="t" r="r" b="b"/>
              <a:pathLst>
                <a:path w="2095500" h="1447800">
                  <a:moveTo>
                    <a:pt x="0" y="0"/>
                  </a:moveTo>
                  <a:lnTo>
                    <a:pt x="2095500" y="723900"/>
                  </a:lnTo>
                  <a:moveTo>
                    <a:pt x="1447800" y="0"/>
                  </a:moveTo>
                  <a:lnTo>
                    <a:pt x="2095500" y="723900"/>
                  </a:lnTo>
                  <a:moveTo>
                    <a:pt x="0" y="1447800"/>
                  </a:moveTo>
                  <a:lnTo>
                    <a:pt x="2095500" y="723900"/>
                  </a:lnTo>
                  <a:moveTo>
                    <a:pt x="1447800" y="1447800"/>
                  </a:moveTo>
                  <a:lnTo>
                    <a:pt x="2095500" y="723900"/>
                  </a:lnTo>
                </a:path>
              </a:pathLst>
            </a:custGeom>
            <a:noFill/>
            <a:ln w="38100">
              <a:solidFill>
                <a:srgbClr val="CBD2CE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9906000" y="1924050"/>
              <a:ext cx="1066800" cy="1066800"/>
            </a:xfrm>
            <a:prstGeom prst="ellipse">
              <a:avLst/>
            </a:prstGeom>
            <a:solidFill>
              <a:srgbClr val="19211F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10172700" y="2266950"/>
              <a:ext cx="533400" cy="381000"/>
              <a:chOff x="10172700" y="2266950"/>
              <a:chExt cx="533400" cy="381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10191737" y="2285987"/>
                <a:ext cx="495313" cy="342878"/>
              </a:xfrm>
              <a:custGeom>
                <a:avLst/>
                <a:gdLst/>
                <a:ahLst/>
                <a:cxnLst/>
                <a:rect l="l" t="t" r="r" b="b"/>
                <a:pathLst>
                  <a:path w="495313" h="342878">
                    <a:moveTo>
                      <a:pt x="495313" y="20229"/>
                    </a:moveTo>
                    <a:lnTo>
                      <a:pt x="495313" y="322648"/>
                    </a:lnTo>
                    <a:cubicBezTo>
                      <a:pt x="495313" y="328010"/>
                      <a:pt x="493183" y="333152"/>
                      <a:pt x="489391" y="336944"/>
                    </a:cubicBezTo>
                    <a:cubicBezTo>
                      <a:pt x="485600" y="340735"/>
                      <a:pt x="480458" y="342865"/>
                      <a:pt x="475096" y="342865"/>
                    </a:cubicBezTo>
                    <a:lnTo>
                      <a:pt x="20277" y="342865"/>
                    </a:lnTo>
                    <a:cubicBezTo>
                      <a:pt x="14915" y="342878"/>
                      <a:pt x="9768" y="340760"/>
                      <a:pt x="5968" y="336977"/>
                    </a:cubicBezTo>
                    <a:cubicBezTo>
                      <a:pt x="2167" y="333195"/>
                      <a:pt x="25" y="328058"/>
                      <a:pt x="13" y="322696"/>
                    </a:cubicBezTo>
                    <a:lnTo>
                      <a:pt x="13" y="20277"/>
                    </a:lnTo>
                    <a:cubicBezTo>
                      <a:pt x="0" y="14907"/>
                      <a:pt x="2124" y="9753"/>
                      <a:pt x="5917" y="5951"/>
                    </a:cubicBezTo>
                    <a:cubicBezTo>
                      <a:pt x="9710" y="2149"/>
                      <a:pt x="14859" y="13"/>
                      <a:pt x="20229" y="13"/>
                    </a:cubicBezTo>
                    <a:lnTo>
                      <a:pt x="475048" y="13"/>
                    </a:lnTo>
                    <a:cubicBezTo>
                      <a:pt x="480418" y="0"/>
                      <a:pt x="485573" y="2124"/>
                      <a:pt x="489374" y="5917"/>
                    </a:cubicBezTo>
                    <a:cubicBezTo>
                      <a:pt x="493176" y="9710"/>
                      <a:pt x="495313" y="14859"/>
                      <a:pt x="495313" y="20229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172700" y="2266950"/>
                <a:ext cx="5334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381000">
                    <a:moveTo>
                      <a:pt x="494133" y="0"/>
                    </a:moveTo>
                    <a:lnTo>
                      <a:pt x="39314" y="0"/>
                    </a:lnTo>
                    <a:cubicBezTo>
                      <a:pt x="17620" y="0"/>
                      <a:pt x="26" y="17573"/>
                      <a:pt x="0" y="39267"/>
                    </a:cubicBezTo>
                    <a:lnTo>
                      <a:pt x="0" y="341686"/>
                    </a:lnTo>
                    <a:cubicBezTo>
                      <a:pt x="0" y="363380"/>
                      <a:pt x="17573" y="380974"/>
                      <a:pt x="39267" y="381000"/>
                    </a:cubicBezTo>
                    <a:lnTo>
                      <a:pt x="494086" y="381000"/>
                    </a:lnTo>
                    <a:cubicBezTo>
                      <a:pt x="515780" y="381000"/>
                      <a:pt x="533374" y="363427"/>
                      <a:pt x="533400" y="341733"/>
                    </a:cubicBezTo>
                    <a:lnTo>
                      <a:pt x="533400" y="39314"/>
                    </a:lnTo>
                    <a:cubicBezTo>
                      <a:pt x="533400" y="17620"/>
                      <a:pt x="515827" y="26"/>
                      <a:pt x="494133" y="0"/>
                    </a:cubicBezTo>
                    <a:close/>
                    <a:moveTo>
                      <a:pt x="495300" y="341733"/>
                    </a:moveTo>
                    <a:cubicBezTo>
                      <a:pt x="495300" y="342043"/>
                      <a:pt x="495177" y="342339"/>
                      <a:pt x="494958" y="342558"/>
                    </a:cubicBezTo>
                    <a:cubicBezTo>
                      <a:pt x="494739" y="342777"/>
                      <a:pt x="494443" y="342900"/>
                      <a:pt x="494133" y="342900"/>
                    </a:cubicBezTo>
                    <a:lnTo>
                      <a:pt x="39314" y="342900"/>
                    </a:lnTo>
                    <a:cubicBezTo>
                      <a:pt x="39005" y="342900"/>
                      <a:pt x="38708" y="342777"/>
                      <a:pt x="38489" y="342558"/>
                    </a:cubicBezTo>
                    <a:cubicBezTo>
                      <a:pt x="38271" y="342339"/>
                      <a:pt x="38148" y="342043"/>
                      <a:pt x="38148" y="341733"/>
                    </a:cubicBezTo>
                    <a:lnTo>
                      <a:pt x="38148" y="39314"/>
                    </a:lnTo>
                    <a:cubicBezTo>
                      <a:pt x="38148" y="38670"/>
                      <a:pt x="38670" y="38148"/>
                      <a:pt x="39314" y="38148"/>
                    </a:cubicBezTo>
                    <a:lnTo>
                      <a:pt x="494133" y="38148"/>
                    </a:lnTo>
                    <a:cubicBezTo>
                      <a:pt x="494443" y="38148"/>
                      <a:pt x="494739" y="38271"/>
                      <a:pt x="494958" y="38489"/>
                    </a:cubicBezTo>
                    <a:cubicBezTo>
                      <a:pt x="495177" y="38708"/>
                      <a:pt x="495300" y="39005"/>
                      <a:pt x="495300" y="39314"/>
                    </a:cubicBezTo>
                    <a:close/>
                    <a:moveTo>
                      <a:pt x="457200" y="190500"/>
                    </a:moveTo>
                    <a:cubicBezTo>
                      <a:pt x="457200" y="201021"/>
                      <a:pt x="448671" y="209550"/>
                      <a:pt x="438150" y="209550"/>
                    </a:cubicBezTo>
                    <a:lnTo>
                      <a:pt x="95250" y="209550"/>
                    </a:lnTo>
                    <a:cubicBezTo>
                      <a:pt x="84729" y="209550"/>
                      <a:pt x="76200" y="201021"/>
                      <a:pt x="76200" y="190500"/>
                    </a:cubicBezTo>
                    <a:cubicBezTo>
                      <a:pt x="76200" y="179979"/>
                      <a:pt x="84729" y="171450"/>
                      <a:pt x="95250" y="171450"/>
                    </a:cubicBezTo>
                    <a:lnTo>
                      <a:pt x="438150" y="171450"/>
                    </a:lnTo>
                    <a:cubicBezTo>
                      <a:pt x="448671" y="171450"/>
                      <a:pt x="457200" y="179979"/>
                      <a:pt x="457200" y="190500"/>
                    </a:cubicBezTo>
                    <a:close/>
                    <a:moveTo>
                      <a:pt x="457200" y="114300"/>
                    </a:moveTo>
                    <a:cubicBezTo>
                      <a:pt x="457200" y="124821"/>
                      <a:pt x="448671" y="133350"/>
                      <a:pt x="438150" y="133350"/>
                    </a:cubicBezTo>
                    <a:lnTo>
                      <a:pt x="95250" y="133350"/>
                    </a:lnTo>
                    <a:cubicBezTo>
                      <a:pt x="84729" y="133350"/>
                      <a:pt x="76200" y="124821"/>
                      <a:pt x="76200" y="114300"/>
                    </a:cubicBezTo>
                    <a:cubicBezTo>
                      <a:pt x="76200" y="103779"/>
                      <a:pt x="84729" y="95250"/>
                      <a:pt x="95250" y="95250"/>
                    </a:cubicBezTo>
                    <a:lnTo>
                      <a:pt x="438150" y="95250"/>
                    </a:lnTo>
                    <a:cubicBezTo>
                      <a:pt x="448671" y="95250"/>
                      <a:pt x="457200" y="103779"/>
                      <a:pt x="457200" y="114300"/>
                    </a:cubicBezTo>
                    <a:close/>
                    <a:moveTo>
                      <a:pt x="133350" y="266700"/>
                    </a:moveTo>
                    <a:cubicBezTo>
                      <a:pt x="133350" y="277221"/>
                      <a:pt x="124821" y="285750"/>
                      <a:pt x="114300" y="285750"/>
                    </a:cubicBezTo>
                    <a:lnTo>
                      <a:pt x="95250" y="285750"/>
                    </a:lnTo>
                    <a:cubicBezTo>
                      <a:pt x="84729" y="285750"/>
                      <a:pt x="76200" y="277221"/>
                      <a:pt x="76200" y="266700"/>
                    </a:cubicBezTo>
                    <a:cubicBezTo>
                      <a:pt x="76200" y="256179"/>
                      <a:pt x="84729" y="247650"/>
                      <a:pt x="95250" y="247650"/>
                    </a:cubicBezTo>
                    <a:lnTo>
                      <a:pt x="114300" y="247650"/>
                    </a:lnTo>
                    <a:cubicBezTo>
                      <a:pt x="124821" y="247650"/>
                      <a:pt x="133350" y="256179"/>
                      <a:pt x="133350" y="266700"/>
                    </a:cubicBezTo>
                    <a:close/>
                    <a:moveTo>
                      <a:pt x="361950" y="266700"/>
                    </a:moveTo>
                    <a:cubicBezTo>
                      <a:pt x="361950" y="277221"/>
                      <a:pt x="353421" y="285750"/>
                      <a:pt x="342900" y="285750"/>
                    </a:cubicBezTo>
                    <a:lnTo>
                      <a:pt x="190500" y="285750"/>
                    </a:lnTo>
                    <a:cubicBezTo>
                      <a:pt x="179979" y="285750"/>
                      <a:pt x="171450" y="277221"/>
                      <a:pt x="171450" y="266700"/>
                    </a:cubicBezTo>
                    <a:cubicBezTo>
                      <a:pt x="171450" y="256179"/>
                      <a:pt x="179979" y="247650"/>
                      <a:pt x="190500" y="247650"/>
                    </a:cubicBezTo>
                    <a:lnTo>
                      <a:pt x="342900" y="247650"/>
                    </a:lnTo>
                    <a:cubicBezTo>
                      <a:pt x="353421" y="247650"/>
                      <a:pt x="361950" y="256179"/>
                      <a:pt x="361950" y="266700"/>
                    </a:cubicBezTo>
                    <a:close/>
                    <a:moveTo>
                      <a:pt x="457200" y="266700"/>
                    </a:moveTo>
                    <a:cubicBezTo>
                      <a:pt x="457200" y="277221"/>
                      <a:pt x="448671" y="285750"/>
                      <a:pt x="438150" y="285750"/>
                    </a:cubicBezTo>
                    <a:lnTo>
                      <a:pt x="419100" y="285750"/>
                    </a:lnTo>
                    <a:cubicBezTo>
                      <a:pt x="408579" y="285750"/>
                      <a:pt x="400050" y="277221"/>
                      <a:pt x="400050" y="266700"/>
                    </a:cubicBezTo>
                    <a:cubicBezTo>
                      <a:pt x="400050" y="256179"/>
                      <a:pt x="408579" y="247650"/>
                      <a:pt x="419100" y="247650"/>
                    </a:cubicBezTo>
                    <a:lnTo>
                      <a:pt x="438150" y="247650"/>
                    </a:lnTo>
                    <a:cubicBezTo>
                      <a:pt x="448671" y="247650"/>
                      <a:pt x="457200" y="256179"/>
                      <a:pt x="457200" y="266700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</p:grpSp>
      <p:sp>
        <p:nvSpPr>
          <p:cNvPr id="21" name="TextBox 21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07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0" y="0"/>
            <a:ext cx="5524500" cy="6858000"/>
            <a:chOff x="0" y="0"/>
            <a:chExt cx="55245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524500" cy="6858000"/>
            </a:xfrm>
            <a:prstGeom prst="rect">
              <a:avLst/>
            </a:prstGeom>
            <a:solidFill>
              <a:srgbClr val="F3F5F3">
                <a:alpha val="94000"/>
              </a:srgbClr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61975" y="947738"/>
              <a:ext cx="3770709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手边正好有一块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1975" y="1576388"/>
              <a:ext cx="272057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八键开发板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88645" y="2946082"/>
              <a:ext cx="2682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八个键、五颗灯、麦克风、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8645" y="3308032"/>
              <a:ext cx="25612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Wi-Fi，还有扬声器链路。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4210050"/>
              <a:ext cx="4019550" cy="9525"/>
            </a:xfrm>
            <a:custGeom>
              <a:avLst/>
              <a:gdLst/>
              <a:ahLst/>
              <a:cxnLst/>
              <a:rect l="l" t="t" r="r" b="b"/>
              <a:pathLst>
                <a:path w="4019550" h="9525">
                  <a:moveTo>
                    <a:pt x="0" y="0"/>
                  </a:moveTo>
                  <a:lnTo>
                    <a:pt x="4019550" y="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2930" y="4573905"/>
              <a:ext cx="35817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不如把它改成任务对讲机。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95312" y="5993606"/>
            <a:ext cx="2451378" cy="511969"/>
            <a:chOff x="595312" y="5993606"/>
            <a:chExt cx="2451378" cy="511969"/>
          </a:xfrm>
        </p:grpSpPr>
        <p:sp>
          <p:nvSpPr>
            <p:cNvPr id="11" name="TextBox 11"/>
            <p:cNvSpPr txBox="1"/>
            <p:nvPr/>
          </p:nvSpPr>
          <p:spPr>
            <a:xfrm>
              <a:off x="595312" y="5993606"/>
              <a:ext cx="24513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概念示意（AI 生成），实物见下一节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8170" y="63226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08 / 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1975" y="585788"/>
            <a:ext cx="5870972" cy="966787"/>
            <a:chOff x="561975" y="585788"/>
            <a:chExt cx="5870972" cy="966787"/>
          </a:xfrm>
        </p:grpSpPr>
        <p:sp>
          <p:nvSpPr>
            <p:cNvPr id="3" name="TextBox 3"/>
            <p:cNvSpPr txBox="1"/>
            <p:nvPr/>
          </p:nvSpPr>
          <p:spPr>
            <a:xfrm>
              <a:off x="561975" y="585788"/>
              <a:ext cx="587097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四个任务，就是四个频道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1247775"/>
              <a:ext cx="5438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我不需要一直看它，只要知道该对哪个频道说、听哪个频道。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57250" y="2247900"/>
            <a:ext cx="10572750" cy="2724150"/>
            <a:chOff x="857250" y="2247900"/>
            <a:chExt cx="10572750" cy="2724150"/>
          </a:xfrm>
        </p:grpSpPr>
        <p:grpSp>
          <p:nvGrpSpPr>
            <p:cNvPr id="12" name="Group 12"/>
            <p:cNvGrpSpPr/>
            <p:nvPr/>
          </p:nvGrpSpPr>
          <p:grpSpPr>
            <a:xfrm>
              <a:off x="857250" y="2247900"/>
              <a:ext cx="2286000" cy="2724150"/>
              <a:chOff x="857250" y="2247900"/>
              <a:chExt cx="2286000" cy="27241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857250" y="2247900"/>
                <a:ext cx="2286000" cy="2724150"/>
              </a:xfrm>
              <a:prstGeom prst="roundRect">
                <a:avLst>
                  <a:gd name="adj" fmla="val 3333"/>
                </a:avLst>
              </a:prstGeom>
              <a:solidFill>
                <a:srgbClr val="F3F5F3"/>
              </a:solidFill>
              <a:ln>
                <a:noFill/>
              </a:ln>
            </p:spPr>
          </p:sp>
          <p:grpSp>
            <p:nvGrpSpPr>
              <p:cNvPr id="9" name="Group 9"/>
              <p:cNvGrpSpPr/>
              <p:nvPr/>
            </p:nvGrpSpPr>
            <p:grpSpPr>
              <a:xfrm>
                <a:off x="1737122" y="2725368"/>
                <a:ext cx="526256" cy="488129"/>
                <a:chOff x="1737122" y="2725368"/>
                <a:chExt cx="526256" cy="488129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57362" y="2869406"/>
                  <a:ext cx="485775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775" h="323850">
                      <a:moveTo>
                        <a:pt x="465534" y="0"/>
                      </a:moveTo>
                      <a:lnTo>
                        <a:pt x="0" y="0"/>
                      </a:lnTo>
                      <a:lnTo>
                        <a:pt x="0" y="303609"/>
                      </a:lnTo>
                      <a:cubicBezTo>
                        <a:pt x="0" y="314788"/>
                        <a:pt x="9062" y="323850"/>
                        <a:pt x="20241" y="323850"/>
                      </a:cubicBezTo>
                      <a:lnTo>
                        <a:pt x="465534" y="323850"/>
                      </a:lnTo>
                      <a:cubicBezTo>
                        <a:pt x="476713" y="323850"/>
                        <a:pt x="485775" y="314788"/>
                        <a:pt x="485775" y="303609"/>
                      </a:cubicBezTo>
                      <a:lnTo>
                        <a:pt x="485775" y="20241"/>
                      </a:lnTo>
                      <a:cubicBezTo>
                        <a:pt x="485775" y="9062"/>
                        <a:pt x="476713" y="0"/>
                        <a:pt x="465534" y="0"/>
                      </a:cubicBezTo>
                      <a:close/>
                      <a:moveTo>
                        <a:pt x="323850" y="242888"/>
                      </a:moveTo>
                      <a:cubicBezTo>
                        <a:pt x="279136" y="242888"/>
                        <a:pt x="242888" y="206639"/>
                        <a:pt x="242888" y="161925"/>
                      </a:cubicBezTo>
                      <a:cubicBezTo>
                        <a:pt x="242888" y="117211"/>
                        <a:pt x="279136" y="80962"/>
                        <a:pt x="323850" y="80962"/>
                      </a:cubicBezTo>
                      <a:cubicBezTo>
                        <a:pt x="368564" y="80962"/>
                        <a:pt x="404812" y="117211"/>
                        <a:pt x="404812" y="161925"/>
                      </a:cubicBezTo>
                      <a:cubicBezTo>
                        <a:pt x="404812" y="206639"/>
                        <a:pt x="368564" y="242888"/>
                        <a:pt x="323850" y="242888"/>
                      </a:cubicBezTo>
                      <a:close/>
                    </a:path>
                  </a:pathLst>
                </a:custGeom>
                <a:solidFill>
                  <a:srgbClr val="1E966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1737122" y="2725368"/>
                  <a:ext cx="526256" cy="488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256" h="488129">
                      <a:moveTo>
                        <a:pt x="202406" y="386925"/>
                      </a:moveTo>
                      <a:cubicBezTo>
                        <a:pt x="202406" y="398104"/>
                        <a:pt x="193344" y="407166"/>
                        <a:pt x="182166" y="407166"/>
                      </a:cubicBezTo>
                      <a:lnTo>
                        <a:pt x="101203" y="407166"/>
                      </a:lnTo>
                      <a:cubicBezTo>
                        <a:pt x="90025" y="407166"/>
                        <a:pt x="80962" y="398104"/>
                        <a:pt x="80962" y="386925"/>
                      </a:cubicBezTo>
                      <a:cubicBezTo>
                        <a:pt x="80962" y="375747"/>
                        <a:pt x="90025" y="366685"/>
                        <a:pt x="101203" y="366685"/>
                      </a:cubicBezTo>
                      <a:lnTo>
                        <a:pt x="182166" y="366685"/>
                      </a:lnTo>
                      <a:cubicBezTo>
                        <a:pt x="193344" y="366685"/>
                        <a:pt x="202406" y="375747"/>
                        <a:pt x="202406" y="386925"/>
                      </a:cubicBezTo>
                      <a:close/>
                      <a:moveTo>
                        <a:pt x="182166" y="285722"/>
                      </a:moveTo>
                      <a:lnTo>
                        <a:pt x="101203" y="285722"/>
                      </a:lnTo>
                      <a:cubicBezTo>
                        <a:pt x="90025" y="285722"/>
                        <a:pt x="80962" y="294784"/>
                        <a:pt x="80962" y="305963"/>
                      </a:cubicBezTo>
                      <a:cubicBezTo>
                        <a:pt x="80962" y="317142"/>
                        <a:pt x="90025" y="326204"/>
                        <a:pt x="101203" y="326204"/>
                      </a:cubicBezTo>
                      <a:lnTo>
                        <a:pt x="182166" y="326204"/>
                      </a:lnTo>
                      <a:cubicBezTo>
                        <a:pt x="193344" y="326204"/>
                        <a:pt x="202406" y="317142"/>
                        <a:pt x="202406" y="305963"/>
                      </a:cubicBezTo>
                      <a:cubicBezTo>
                        <a:pt x="202406" y="294784"/>
                        <a:pt x="193344" y="285722"/>
                        <a:pt x="182166" y="285722"/>
                      </a:cubicBezTo>
                      <a:close/>
                      <a:moveTo>
                        <a:pt x="182166" y="204760"/>
                      </a:moveTo>
                      <a:lnTo>
                        <a:pt x="101203" y="204760"/>
                      </a:lnTo>
                      <a:cubicBezTo>
                        <a:pt x="90025" y="204760"/>
                        <a:pt x="80962" y="213822"/>
                        <a:pt x="80962" y="225000"/>
                      </a:cubicBezTo>
                      <a:cubicBezTo>
                        <a:pt x="80962" y="236179"/>
                        <a:pt x="90025" y="245241"/>
                        <a:pt x="101203" y="245241"/>
                      </a:cubicBezTo>
                      <a:lnTo>
                        <a:pt x="182166" y="245241"/>
                      </a:lnTo>
                      <a:cubicBezTo>
                        <a:pt x="193344" y="245241"/>
                        <a:pt x="202406" y="236179"/>
                        <a:pt x="202406" y="225000"/>
                      </a:cubicBezTo>
                      <a:cubicBezTo>
                        <a:pt x="202406" y="213822"/>
                        <a:pt x="193344" y="204760"/>
                        <a:pt x="182166" y="204760"/>
                      </a:cubicBezTo>
                      <a:close/>
                      <a:moveTo>
                        <a:pt x="526256" y="164279"/>
                      </a:moveTo>
                      <a:lnTo>
                        <a:pt x="526256" y="447647"/>
                      </a:lnTo>
                      <a:cubicBezTo>
                        <a:pt x="526256" y="470005"/>
                        <a:pt x="508132" y="488129"/>
                        <a:pt x="485775" y="488129"/>
                      </a:cubicBezTo>
                      <a:lnTo>
                        <a:pt x="40481" y="488129"/>
                      </a:lnTo>
                      <a:cubicBezTo>
                        <a:pt x="18124" y="488129"/>
                        <a:pt x="0" y="470005"/>
                        <a:pt x="0" y="447647"/>
                      </a:cubicBezTo>
                      <a:lnTo>
                        <a:pt x="0" y="144038"/>
                      </a:lnTo>
                      <a:cubicBezTo>
                        <a:pt x="3" y="135103"/>
                        <a:pt x="5864" y="127226"/>
                        <a:pt x="14421" y="124658"/>
                      </a:cubicBezTo>
                      <a:lnTo>
                        <a:pt x="419234" y="3214"/>
                      </a:lnTo>
                      <a:cubicBezTo>
                        <a:pt x="429944" y="0"/>
                        <a:pt x="441232" y="6077"/>
                        <a:pt x="444446" y="16788"/>
                      </a:cubicBezTo>
                      <a:cubicBezTo>
                        <a:pt x="447660" y="27498"/>
                        <a:pt x="441583" y="38786"/>
                        <a:pt x="430872" y="42000"/>
                      </a:cubicBezTo>
                      <a:lnTo>
                        <a:pt x="158155" y="123797"/>
                      </a:lnTo>
                      <a:lnTo>
                        <a:pt x="485775" y="123797"/>
                      </a:lnTo>
                      <a:cubicBezTo>
                        <a:pt x="508132" y="123797"/>
                        <a:pt x="526256" y="141921"/>
                        <a:pt x="526256" y="164279"/>
                      </a:cubicBezTo>
                      <a:close/>
                      <a:moveTo>
                        <a:pt x="485775" y="447647"/>
                      </a:moveTo>
                      <a:lnTo>
                        <a:pt x="485775" y="164279"/>
                      </a:lnTo>
                      <a:lnTo>
                        <a:pt x="40481" y="164279"/>
                      </a:lnTo>
                      <a:lnTo>
                        <a:pt x="40481" y="447647"/>
                      </a:lnTo>
                      <a:lnTo>
                        <a:pt x="485775" y="447647"/>
                      </a:lnTo>
                      <a:close/>
                      <a:moveTo>
                        <a:pt x="445294" y="305963"/>
                      </a:moveTo>
                      <a:cubicBezTo>
                        <a:pt x="445294" y="361856"/>
                        <a:pt x="399984" y="407166"/>
                        <a:pt x="344091" y="407166"/>
                      </a:cubicBezTo>
                      <a:cubicBezTo>
                        <a:pt x="288198" y="407166"/>
                        <a:pt x="242888" y="361856"/>
                        <a:pt x="242888" y="305963"/>
                      </a:cubicBezTo>
                      <a:cubicBezTo>
                        <a:pt x="242888" y="250070"/>
                        <a:pt x="288198" y="204760"/>
                        <a:pt x="344091" y="204760"/>
                      </a:cubicBezTo>
                      <a:cubicBezTo>
                        <a:pt x="399984" y="204760"/>
                        <a:pt x="445294" y="250070"/>
                        <a:pt x="445294" y="305963"/>
                      </a:cubicBezTo>
                      <a:close/>
                      <a:moveTo>
                        <a:pt x="404812" y="305963"/>
                      </a:moveTo>
                      <a:cubicBezTo>
                        <a:pt x="404812" y="272427"/>
                        <a:pt x="377626" y="245241"/>
                        <a:pt x="344091" y="245241"/>
                      </a:cubicBezTo>
                      <a:cubicBezTo>
                        <a:pt x="310555" y="245241"/>
                        <a:pt x="283369" y="272427"/>
                        <a:pt x="283369" y="305963"/>
                      </a:cubicBezTo>
                      <a:cubicBezTo>
                        <a:pt x="283369" y="339499"/>
                        <a:pt x="310555" y="366685"/>
                        <a:pt x="344091" y="366685"/>
                      </a:cubicBezTo>
                      <a:cubicBezTo>
                        <a:pt x="377626" y="366685"/>
                        <a:pt x="404812" y="339499"/>
                        <a:pt x="404812" y="305963"/>
                      </a:cubicBezTo>
                      <a:close/>
                    </a:path>
                  </a:pathLst>
                </a:custGeom>
                <a:solidFill>
                  <a:srgbClr val="1E9668"/>
                </a:solidFill>
                <a:ln>
                  <a:noFill/>
                </a:ln>
              </p:spPr>
            </p:sp>
          </p:grpSp>
          <p:sp>
            <p:nvSpPr>
              <p:cNvPr id="10" name="TextBox 10"/>
              <p:cNvSpPr txBox="1"/>
              <p:nvPr/>
            </p:nvSpPr>
            <p:spPr>
              <a:xfrm>
                <a:off x="1624863" y="3540442"/>
                <a:ext cx="750775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8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CH 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23060" y="415956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固件任务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619500" y="2247900"/>
              <a:ext cx="2286000" cy="2724150"/>
              <a:chOff x="3619500" y="2247900"/>
              <a:chExt cx="2286000" cy="27241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3619500" y="2247900"/>
                <a:ext cx="2286000" cy="2724150"/>
              </a:xfrm>
              <a:prstGeom prst="roundRect">
                <a:avLst>
                  <a:gd name="adj" fmla="val 3333"/>
                </a:avLst>
              </a:prstGeom>
              <a:solidFill>
                <a:srgbClr val="F3F5F3"/>
              </a:solidFill>
              <a:ln>
                <a:noFill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4499372" y="2725368"/>
                <a:ext cx="526256" cy="488129"/>
                <a:chOff x="4499372" y="2725368"/>
                <a:chExt cx="526256" cy="488129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4519612" y="2869406"/>
                  <a:ext cx="485775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775" h="323850">
                      <a:moveTo>
                        <a:pt x="465534" y="0"/>
                      </a:moveTo>
                      <a:lnTo>
                        <a:pt x="0" y="0"/>
                      </a:lnTo>
                      <a:lnTo>
                        <a:pt x="0" y="303609"/>
                      </a:lnTo>
                      <a:cubicBezTo>
                        <a:pt x="0" y="314788"/>
                        <a:pt x="9062" y="323850"/>
                        <a:pt x="20241" y="323850"/>
                      </a:cubicBezTo>
                      <a:lnTo>
                        <a:pt x="465534" y="323850"/>
                      </a:lnTo>
                      <a:cubicBezTo>
                        <a:pt x="476713" y="323850"/>
                        <a:pt x="485775" y="314788"/>
                        <a:pt x="485775" y="303609"/>
                      </a:cubicBezTo>
                      <a:lnTo>
                        <a:pt x="485775" y="20241"/>
                      </a:lnTo>
                      <a:cubicBezTo>
                        <a:pt x="485775" y="9062"/>
                        <a:pt x="476713" y="0"/>
                        <a:pt x="465534" y="0"/>
                      </a:cubicBezTo>
                      <a:close/>
                      <a:moveTo>
                        <a:pt x="323850" y="242888"/>
                      </a:moveTo>
                      <a:cubicBezTo>
                        <a:pt x="279136" y="242888"/>
                        <a:pt x="242888" y="206639"/>
                        <a:pt x="242888" y="161925"/>
                      </a:cubicBezTo>
                      <a:cubicBezTo>
                        <a:pt x="242888" y="117211"/>
                        <a:pt x="279136" y="80962"/>
                        <a:pt x="323850" y="80962"/>
                      </a:cubicBezTo>
                      <a:cubicBezTo>
                        <a:pt x="368564" y="80962"/>
                        <a:pt x="404812" y="117211"/>
                        <a:pt x="404812" y="161925"/>
                      </a:cubicBezTo>
                      <a:cubicBezTo>
                        <a:pt x="404812" y="206639"/>
                        <a:pt x="368564" y="242888"/>
                        <a:pt x="323850" y="242888"/>
                      </a:cubicBezTo>
                      <a:close/>
                    </a:path>
                  </a:pathLst>
                </a:custGeom>
                <a:solidFill>
                  <a:srgbClr val="2D7D9A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4499372" y="2725368"/>
                  <a:ext cx="526256" cy="488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256" h="488129">
                      <a:moveTo>
                        <a:pt x="202406" y="386925"/>
                      </a:moveTo>
                      <a:cubicBezTo>
                        <a:pt x="202406" y="398104"/>
                        <a:pt x="193344" y="407166"/>
                        <a:pt x="182166" y="407166"/>
                      </a:cubicBezTo>
                      <a:lnTo>
                        <a:pt x="101203" y="407166"/>
                      </a:lnTo>
                      <a:cubicBezTo>
                        <a:pt x="90025" y="407166"/>
                        <a:pt x="80962" y="398104"/>
                        <a:pt x="80962" y="386925"/>
                      </a:cubicBezTo>
                      <a:cubicBezTo>
                        <a:pt x="80962" y="375747"/>
                        <a:pt x="90025" y="366685"/>
                        <a:pt x="101203" y="366685"/>
                      </a:cubicBezTo>
                      <a:lnTo>
                        <a:pt x="182166" y="366685"/>
                      </a:lnTo>
                      <a:cubicBezTo>
                        <a:pt x="193344" y="366685"/>
                        <a:pt x="202406" y="375747"/>
                        <a:pt x="202406" y="386925"/>
                      </a:cubicBezTo>
                      <a:close/>
                      <a:moveTo>
                        <a:pt x="182166" y="285722"/>
                      </a:moveTo>
                      <a:lnTo>
                        <a:pt x="101203" y="285722"/>
                      </a:lnTo>
                      <a:cubicBezTo>
                        <a:pt x="90025" y="285722"/>
                        <a:pt x="80962" y="294784"/>
                        <a:pt x="80962" y="305963"/>
                      </a:cubicBezTo>
                      <a:cubicBezTo>
                        <a:pt x="80962" y="317142"/>
                        <a:pt x="90025" y="326204"/>
                        <a:pt x="101203" y="326204"/>
                      </a:cubicBezTo>
                      <a:lnTo>
                        <a:pt x="182166" y="326204"/>
                      </a:lnTo>
                      <a:cubicBezTo>
                        <a:pt x="193344" y="326204"/>
                        <a:pt x="202406" y="317142"/>
                        <a:pt x="202406" y="305963"/>
                      </a:cubicBezTo>
                      <a:cubicBezTo>
                        <a:pt x="202406" y="294784"/>
                        <a:pt x="193344" y="285722"/>
                        <a:pt x="182166" y="285722"/>
                      </a:cubicBezTo>
                      <a:close/>
                      <a:moveTo>
                        <a:pt x="182166" y="204760"/>
                      </a:moveTo>
                      <a:lnTo>
                        <a:pt x="101203" y="204760"/>
                      </a:lnTo>
                      <a:cubicBezTo>
                        <a:pt x="90025" y="204760"/>
                        <a:pt x="80962" y="213822"/>
                        <a:pt x="80962" y="225000"/>
                      </a:cubicBezTo>
                      <a:cubicBezTo>
                        <a:pt x="80962" y="236179"/>
                        <a:pt x="90025" y="245241"/>
                        <a:pt x="101203" y="245241"/>
                      </a:cubicBezTo>
                      <a:lnTo>
                        <a:pt x="182166" y="245241"/>
                      </a:lnTo>
                      <a:cubicBezTo>
                        <a:pt x="193344" y="245241"/>
                        <a:pt x="202406" y="236179"/>
                        <a:pt x="202406" y="225000"/>
                      </a:cubicBezTo>
                      <a:cubicBezTo>
                        <a:pt x="202406" y="213822"/>
                        <a:pt x="193344" y="204760"/>
                        <a:pt x="182166" y="204760"/>
                      </a:cubicBezTo>
                      <a:close/>
                      <a:moveTo>
                        <a:pt x="526256" y="164279"/>
                      </a:moveTo>
                      <a:lnTo>
                        <a:pt x="526256" y="447647"/>
                      </a:lnTo>
                      <a:cubicBezTo>
                        <a:pt x="526256" y="470005"/>
                        <a:pt x="508132" y="488129"/>
                        <a:pt x="485775" y="488129"/>
                      </a:cubicBezTo>
                      <a:lnTo>
                        <a:pt x="40481" y="488129"/>
                      </a:lnTo>
                      <a:cubicBezTo>
                        <a:pt x="18124" y="488129"/>
                        <a:pt x="0" y="470005"/>
                        <a:pt x="0" y="447647"/>
                      </a:cubicBezTo>
                      <a:lnTo>
                        <a:pt x="0" y="144038"/>
                      </a:lnTo>
                      <a:cubicBezTo>
                        <a:pt x="3" y="135103"/>
                        <a:pt x="5864" y="127226"/>
                        <a:pt x="14421" y="124658"/>
                      </a:cubicBezTo>
                      <a:lnTo>
                        <a:pt x="419234" y="3214"/>
                      </a:lnTo>
                      <a:cubicBezTo>
                        <a:pt x="429944" y="0"/>
                        <a:pt x="441232" y="6077"/>
                        <a:pt x="444446" y="16788"/>
                      </a:cubicBezTo>
                      <a:cubicBezTo>
                        <a:pt x="447660" y="27498"/>
                        <a:pt x="441583" y="38786"/>
                        <a:pt x="430872" y="42000"/>
                      </a:cubicBezTo>
                      <a:lnTo>
                        <a:pt x="158155" y="123797"/>
                      </a:lnTo>
                      <a:lnTo>
                        <a:pt x="485775" y="123797"/>
                      </a:lnTo>
                      <a:cubicBezTo>
                        <a:pt x="508132" y="123797"/>
                        <a:pt x="526256" y="141921"/>
                        <a:pt x="526256" y="164279"/>
                      </a:cubicBezTo>
                      <a:close/>
                      <a:moveTo>
                        <a:pt x="485775" y="447647"/>
                      </a:moveTo>
                      <a:lnTo>
                        <a:pt x="485775" y="164279"/>
                      </a:lnTo>
                      <a:lnTo>
                        <a:pt x="40481" y="164279"/>
                      </a:lnTo>
                      <a:lnTo>
                        <a:pt x="40481" y="447647"/>
                      </a:lnTo>
                      <a:lnTo>
                        <a:pt x="485775" y="447647"/>
                      </a:lnTo>
                      <a:close/>
                      <a:moveTo>
                        <a:pt x="445294" y="305963"/>
                      </a:moveTo>
                      <a:cubicBezTo>
                        <a:pt x="445294" y="361856"/>
                        <a:pt x="399984" y="407166"/>
                        <a:pt x="344091" y="407166"/>
                      </a:cubicBezTo>
                      <a:cubicBezTo>
                        <a:pt x="288198" y="407166"/>
                        <a:pt x="242888" y="361856"/>
                        <a:pt x="242888" y="305963"/>
                      </a:cubicBezTo>
                      <a:cubicBezTo>
                        <a:pt x="242888" y="250070"/>
                        <a:pt x="288198" y="204760"/>
                        <a:pt x="344091" y="204760"/>
                      </a:cubicBezTo>
                      <a:cubicBezTo>
                        <a:pt x="399984" y="204760"/>
                        <a:pt x="445294" y="250070"/>
                        <a:pt x="445294" y="305963"/>
                      </a:cubicBezTo>
                      <a:close/>
                      <a:moveTo>
                        <a:pt x="404812" y="305963"/>
                      </a:moveTo>
                      <a:cubicBezTo>
                        <a:pt x="404812" y="272427"/>
                        <a:pt x="377626" y="245241"/>
                        <a:pt x="344091" y="245241"/>
                      </a:cubicBezTo>
                      <a:cubicBezTo>
                        <a:pt x="310555" y="245241"/>
                        <a:pt x="283369" y="272427"/>
                        <a:pt x="283369" y="305963"/>
                      </a:cubicBezTo>
                      <a:cubicBezTo>
                        <a:pt x="283369" y="339499"/>
                        <a:pt x="310555" y="366685"/>
                        <a:pt x="344091" y="366685"/>
                      </a:cubicBezTo>
                      <a:cubicBezTo>
                        <a:pt x="377626" y="366685"/>
                        <a:pt x="404812" y="339499"/>
                        <a:pt x="404812" y="305963"/>
                      </a:cubicBezTo>
                      <a:close/>
                    </a:path>
                  </a:pathLst>
                </a:custGeom>
                <a:solidFill>
                  <a:srgbClr val="2D7D9A"/>
                </a:solidFill>
                <a:ln>
                  <a:noFill/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4337231" y="3540442"/>
                <a:ext cx="850537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8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CH 2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389811" y="4159568"/>
                <a:ext cx="74537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App 任务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381750" y="2247900"/>
              <a:ext cx="2286000" cy="2724150"/>
              <a:chOff x="6381750" y="2247900"/>
              <a:chExt cx="2286000" cy="27241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6381750" y="2247900"/>
                <a:ext cx="2286000" cy="2724150"/>
              </a:xfrm>
              <a:prstGeom prst="roundRect">
                <a:avLst>
                  <a:gd name="adj" fmla="val 3333"/>
                </a:avLst>
              </a:prstGeom>
              <a:solidFill>
                <a:srgbClr val="F3F5F3"/>
              </a:solidFill>
              <a:ln>
                <a:noFill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7261622" y="2725368"/>
                <a:ext cx="526256" cy="488129"/>
                <a:chOff x="7261622" y="2725368"/>
                <a:chExt cx="526256" cy="488129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7281862" y="2869406"/>
                  <a:ext cx="485775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775" h="323850">
                      <a:moveTo>
                        <a:pt x="465534" y="0"/>
                      </a:moveTo>
                      <a:lnTo>
                        <a:pt x="0" y="0"/>
                      </a:lnTo>
                      <a:lnTo>
                        <a:pt x="0" y="303609"/>
                      </a:lnTo>
                      <a:cubicBezTo>
                        <a:pt x="0" y="314788"/>
                        <a:pt x="9062" y="323850"/>
                        <a:pt x="20241" y="323850"/>
                      </a:cubicBezTo>
                      <a:lnTo>
                        <a:pt x="465534" y="323850"/>
                      </a:lnTo>
                      <a:cubicBezTo>
                        <a:pt x="476713" y="323850"/>
                        <a:pt x="485775" y="314788"/>
                        <a:pt x="485775" y="303609"/>
                      </a:cubicBezTo>
                      <a:lnTo>
                        <a:pt x="485775" y="20241"/>
                      </a:lnTo>
                      <a:cubicBezTo>
                        <a:pt x="485775" y="9062"/>
                        <a:pt x="476713" y="0"/>
                        <a:pt x="465534" y="0"/>
                      </a:cubicBezTo>
                      <a:close/>
                      <a:moveTo>
                        <a:pt x="323850" y="242888"/>
                      </a:moveTo>
                      <a:cubicBezTo>
                        <a:pt x="279136" y="242888"/>
                        <a:pt x="242888" y="206639"/>
                        <a:pt x="242888" y="161925"/>
                      </a:cubicBezTo>
                      <a:cubicBezTo>
                        <a:pt x="242888" y="117211"/>
                        <a:pt x="279136" y="80962"/>
                        <a:pt x="323850" y="80962"/>
                      </a:cubicBezTo>
                      <a:cubicBezTo>
                        <a:pt x="368564" y="80962"/>
                        <a:pt x="404812" y="117211"/>
                        <a:pt x="404812" y="161925"/>
                      </a:cubicBezTo>
                      <a:cubicBezTo>
                        <a:pt x="404812" y="206639"/>
                        <a:pt x="368564" y="242888"/>
                        <a:pt x="323850" y="242888"/>
                      </a:cubicBezTo>
                      <a:close/>
                    </a:path>
                  </a:pathLst>
                </a:custGeom>
                <a:solidFill>
                  <a:srgbClr val="1E966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7261622" y="2725368"/>
                  <a:ext cx="526256" cy="488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256" h="488129">
                      <a:moveTo>
                        <a:pt x="202406" y="386925"/>
                      </a:moveTo>
                      <a:cubicBezTo>
                        <a:pt x="202406" y="398104"/>
                        <a:pt x="193344" y="407166"/>
                        <a:pt x="182166" y="407166"/>
                      </a:cubicBezTo>
                      <a:lnTo>
                        <a:pt x="101203" y="407166"/>
                      </a:lnTo>
                      <a:cubicBezTo>
                        <a:pt x="90025" y="407166"/>
                        <a:pt x="80962" y="398104"/>
                        <a:pt x="80962" y="386925"/>
                      </a:cubicBezTo>
                      <a:cubicBezTo>
                        <a:pt x="80962" y="375747"/>
                        <a:pt x="90025" y="366685"/>
                        <a:pt x="101203" y="366685"/>
                      </a:cubicBezTo>
                      <a:lnTo>
                        <a:pt x="182166" y="366685"/>
                      </a:lnTo>
                      <a:cubicBezTo>
                        <a:pt x="193344" y="366685"/>
                        <a:pt x="202406" y="375747"/>
                        <a:pt x="202406" y="386925"/>
                      </a:cubicBezTo>
                      <a:close/>
                      <a:moveTo>
                        <a:pt x="182166" y="285722"/>
                      </a:moveTo>
                      <a:lnTo>
                        <a:pt x="101203" y="285722"/>
                      </a:lnTo>
                      <a:cubicBezTo>
                        <a:pt x="90025" y="285722"/>
                        <a:pt x="80962" y="294784"/>
                        <a:pt x="80962" y="305963"/>
                      </a:cubicBezTo>
                      <a:cubicBezTo>
                        <a:pt x="80962" y="317142"/>
                        <a:pt x="90025" y="326204"/>
                        <a:pt x="101203" y="326204"/>
                      </a:cubicBezTo>
                      <a:lnTo>
                        <a:pt x="182166" y="326204"/>
                      </a:lnTo>
                      <a:cubicBezTo>
                        <a:pt x="193344" y="326204"/>
                        <a:pt x="202406" y="317142"/>
                        <a:pt x="202406" y="305963"/>
                      </a:cubicBezTo>
                      <a:cubicBezTo>
                        <a:pt x="202406" y="294784"/>
                        <a:pt x="193344" y="285722"/>
                        <a:pt x="182166" y="285722"/>
                      </a:cubicBezTo>
                      <a:close/>
                      <a:moveTo>
                        <a:pt x="182166" y="204760"/>
                      </a:moveTo>
                      <a:lnTo>
                        <a:pt x="101203" y="204760"/>
                      </a:lnTo>
                      <a:cubicBezTo>
                        <a:pt x="90025" y="204760"/>
                        <a:pt x="80962" y="213822"/>
                        <a:pt x="80962" y="225000"/>
                      </a:cubicBezTo>
                      <a:cubicBezTo>
                        <a:pt x="80962" y="236179"/>
                        <a:pt x="90025" y="245241"/>
                        <a:pt x="101203" y="245241"/>
                      </a:cubicBezTo>
                      <a:lnTo>
                        <a:pt x="182166" y="245241"/>
                      </a:lnTo>
                      <a:cubicBezTo>
                        <a:pt x="193344" y="245241"/>
                        <a:pt x="202406" y="236179"/>
                        <a:pt x="202406" y="225000"/>
                      </a:cubicBezTo>
                      <a:cubicBezTo>
                        <a:pt x="202406" y="213822"/>
                        <a:pt x="193344" y="204760"/>
                        <a:pt x="182166" y="204760"/>
                      </a:cubicBezTo>
                      <a:close/>
                      <a:moveTo>
                        <a:pt x="526256" y="164279"/>
                      </a:moveTo>
                      <a:lnTo>
                        <a:pt x="526256" y="447647"/>
                      </a:lnTo>
                      <a:cubicBezTo>
                        <a:pt x="526256" y="470005"/>
                        <a:pt x="508132" y="488129"/>
                        <a:pt x="485775" y="488129"/>
                      </a:cubicBezTo>
                      <a:lnTo>
                        <a:pt x="40481" y="488129"/>
                      </a:lnTo>
                      <a:cubicBezTo>
                        <a:pt x="18124" y="488129"/>
                        <a:pt x="0" y="470005"/>
                        <a:pt x="0" y="447647"/>
                      </a:cubicBezTo>
                      <a:lnTo>
                        <a:pt x="0" y="144038"/>
                      </a:lnTo>
                      <a:cubicBezTo>
                        <a:pt x="3" y="135103"/>
                        <a:pt x="5864" y="127226"/>
                        <a:pt x="14421" y="124658"/>
                      </a:cubicBezTo>
                      <a:lnTo>
                        <a:pt x="419234" y="3214"/>
                      </a:lnTo>
                      <a:cubicBezTo>
                        <a:pt x="429944" y="0"/>
                        <a:pt x="441232" y="6077"/>
                        <a:pt x="444446" y="16788"/>
                      </a:cubicBezTo>
                      <a:cubicBezTo>
                        <a:pt x="447660" y="27498"/>
                        <a:pt x="441583" y="38786"/>
                        <a:pt x="430872" y="42000"/>
                      </a:cubicBezTo>
                      <a:lnTo>
                        <a:pt x="158155" y="123797"/>
                      </a:lnTo>
                      <a:lnTo>
                        <a:pt x="485775" y="123797"/>
                      </a:lnTo>
                      <a:cubicBezTo>
                        <a:pt x="508132" y="123797"/>
                        <a:pt x="526256" y="141921"/>
                        <a:pt x="526256" y="164279"/>
                      </a:cubicBezTo>
                      <a:close/>
                      <a:moveTo>
                        <a:pt x="485775" y="447647"/>
                      </a:moveTo>
                      <a:lnTo>
                        <a:pt x="485775" y="164279"/>
                      </a:lnTo>
                      <a:lnTo>
                        <a:pt x="40481" y="164279"/>
                      </a:lnTo>
                      <a:lnTo>
                        <a:pt x="40481" y="447647"/>
                      </a:lnTo>
                      <a:lnTo>
                        <a:pt x="485775" y="447647"/>
                      </a:lnTo>
                      <a:close/>
                      <a:moveTo>
                        <a:pt x="445294" y="305963"/>
                      </a:moveTo>
                      <a:cubicBezTo>
                        <a:pt x="445294" y="361856"/>
                        <a:pt x="399984" y="407166"/>
                        <a:pt x="344091" y="407166"/>
                      </a:cubicBezTo>
                      <a:cubicBezTo>
                        <a:pt x="288198" y="407166"/>
                        <a:pt x="242888" y="361856"/>
                        <a:pt x="242888" y="305963"/>
                      </a:cubicBezTo>
                      <a:cubicBezTo>
                        <a:pt x="242888" y="250070"/>
                        <a:pt x="288198" y="204760"/>
                        <a:pt x="344091" y="204760"/>
                      </a:cubicBezTo>
                      <a:cubicBezTo>
                        <a:pt x="399984" y="204760"/>
                        <a:pt x="445294" y="250070"/>
                        <a:pt x="445294" y="305963"/>
                      </a:cubicBezTo>
                      <a:close/>
                      <a:moveTo>
                        <a:pt x="404812" y="305963"/>
                      </a:moveTo>
                      <a:cubicBezTo>
                        <a:pt x="404812" y="272427"/>
                        <a:pt x="377626" y="245241"/>
                        <a:pt x="344091" y="245241"/>
                      </a:cubicBezTo>
                      <a:cubicBezTo>
                        <a:pt x="310555" y="245241"/>
                        <a:pt x="283369" y="272427"/>
                        <a:pt x="283369" y="305963"/>
                      </a:cubicBezTo>
                      <a:cubicBezTo>
                        <a:pt x="283369" y="339499"/>
                        <a:pt x="310555" y="366685"/>
                        <a:pt x="344091" y="366685"/>
                      </a:cubicBezTo>
                      <a:cubicBezTo>
                        <a:pt x="377626" y="366685"/>
                        <a:pt x="404812" y="339499"/>
                        <a:pt x="404812" y="305963"/>
                      </a:cubicBezTo>
                      <a:close/>
                    </a:path>
                  </a:pathLst>
                </a:custGeom>
                <a:solidFill>
                  <a:srgbClr val="1E9668"/>
                </a:solidFill>
                <a:ln>
                  <a:noFill/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7099481" y="3540442"/>
                <a:ext cx="850537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8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CH 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147560" y="415956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测试任务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144000" y="2247900"/>
              <a:ext cx="2286000" cy="2724150"/>
              <a:chOff x="9144000" y="2247900"/>
              <a:chExt cx="2286000" cy="27241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9144000" y="2247900"/>
                <a:ext cx="2286000" cy="2724150"/>
              </a:xfrm>
              <a:prstGeom prst="roundRect">
                <a:avLst>
                  <a:gd name="adj" fmla="val 3333"/>
                </a:avLst>
              </a:prstGeom>
              <a:solidFill>
                <a:srgbClr val="F3F5F3"/>
              </a:solidFill>
              <a:ln>
                <a:noFill/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10023872" y="2725368"/>
                <a:ext cx="526256" cy="488129"/>
                <a:chOff x="10023872" y="2725368"/>
                <a:chExt cx="526256" cy="488129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10044112" y="2869406"/>
                  <a:ext cx="485775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775" h="323850">
                      <a:moveTo>
                        <a:pt x="465534" y="0"/>
                      </a:moveTo>
                      <a:lnTo>
                        <a:pt x="0" y="0"/>
                      </a:lnTo>
                      <a:lnTo>
                        <a:pt x="0" y="303609"/>
                      </a:lnTo>
                      <a:cubicBezTo>
                        <a:pt x="0" y="314788"/>
                        <a:pt x="9062" y="323850"/>
                        <a:pt x="20241" y="323850"/>
                      </a:cubicBezTo>
                      <a:lnTo>
                        <a:pt x="465534" y="323850"/>
                      </a:lnTo>
                      <a:cubicBezTo>
                        <a:pt x="476713" y="323850"/>
                        <a:pt x="485775" y="314788"/>
                        <a:pt x="485775" y="303609"/>
                      </a:cubicBezTo>
                      <a:lnTo>
                        <a:pt x="485775" y="20241"/>
                      </a:lnTo>
                      <a:cubicBezTo>
                        <a:pt x="485775" y="9062"/>
                        <a:pt x="476713" y="0"/>
                        <a:pt x="465534" y="0"/>
                      </a:cubicBezTo>
                      <a:close/>
                      <a:moveTo>
                        <a:pt x="323850" y="242888"/>
                      </a:moveTo>
                      <a:cubicBezTo>
                        <a:pt x="279136" y="242888"/>
                        <a:pt x="242888" y="206639"/>
                        <a:pt x="242888" y="161925"/>
                      </a:cubicBezTo>
                      <a:cubicBezTo>
                        <a:pt x="242888" y="117211"/>
                        <a:pt x="279136" y="80962"/>
                        <a:pt x="323850" y="80962"/>
                      </a:cubicBezTo>
                      <a:cubicBezTo>
                        <a:pt x="368564" y="80962"/>
                        <a:pt x="404812" y="117211"/>
                        <a:pt x="404812" y="161925"/>
                      </a:cubicBezTo>
                      <a:cubicBezTo>
                        <a:pt x="404812" y="206639"/>
                        <a:pt x="368564" y="242888"/>
                        <a:pt x="323850" y="242888"/>
                      </a:cubicBezTo>
                      <a:close/>
                    </a:path>
                  </a:pathLst>
                </a:custGeom>
                <a:solidFill>
                  <a:srgbClr val="2D7D9A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0023872" y="2725368"/>
                  <a:ext cx="526256" cy="488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256" h="488129">
                      <a:moveTo>
                        <a:pt x="202406" y="386925"/>
                      </a:moveTo>
                      <a:cubicBezTo>
                        <a:pt x="202406" y="398104"/>
                        <a:pt x="193344" y="407166"/>
                        <a:pt x="182166" y="407166"/>
                      </a:cubicBezTo>
                      <a:lnTo>
                        <a:pt x="101203" y="407166"/>
                      </a:lnTo>
                      <a:cubicBezTo>
                        <a:pt x="90025" y="407166"/>
                        <a:pt x="80962" y="398104"/>
                        <a:pt x="80962" y="386925"/>
                      </a:cubicBezTo>
                      <a:cubicBezTo>
                        <a:pt x="80962" y="375747"/>
                        <a:pt x="90025" y="366685"/>
                        <a:pt x="101203" y="366685"/>
                      </a:cubicBezTo>
                      <a:lnTo>
                        <a:pt x="182166" y="366685"/>
                      </a:lnTo>
                      <a:cubicBezTo>
                        <a:pt x="193344" y="366685"/>
                        <a:pt x="202406" y="375747"/>
                        <a:pt x="202406" y="386925"/>
                      </a:cubicBezTo>
                      <a:close/>
                      <a:moveTo>
                        <a:pt x="182166" y="285722"/>
                      </a:moveTo>
                      <a:lnTo>
                        <a:pt x="101203" y="285722"/>
                      </a:lnTo>
                      <a:cubicBezTo>
                        <a:pt x="90025" y="285722"/>
                        <a:pt x="80962" y="294784"/>
                        <a:pt x="80962" y="305963"/>
                      </a:cubicBezTo>
                      <a:cubicBezTo>
                        <a:pt x="80962" y="317142"/>
                        <a:pt x="90025" y="326204"/>
                        <a:pt x="101203" y="326204"/>
                      </a:cubicBezTo>
                      <a:lnTo>
                        <a:pt x="182166" y="326204"/>
                      </a:lnTo>
                      <a:cubicBezTo>
                        <a:pt x="193344" y="326204"/>
                        <a:pt x="202406" y="317142"/>
                        <a:pt x="202406" y="305963"/>
                      </a:cubicBezTo>
                      <a:cubicBezTo>
                        <a:pt x="202406" y="294784"/>
                        <a:pt x="193344" y="285722"/>
                        <a:pt x="182166" y="285722"/>
                      </a:cubicBezTo>
                      <a:close/>
                      <a:moveTo>
                        <a:pt x="182166" y="204760"/>
                      </a:moveTo>
                      <a:lnTo>
                        <a:pt x="101203" y="204760"/>
                      </a:lnTo>
                      <a:cubicBezTo>
                        <a:pt x="90025" y="204760"/>
                        <a:pt x="80962" y="213822"/>
                        <a:pt x="80962" y="225000"/>
                      </a:cubicBezTo>
                      <a:cubicBezTo>
                        <a:pt x="80962" y="236179"/>
                        <a:pt x="90025" y="245241"/>
                        <a:pt x="101203" y="245241"/>
                      </a:cubicBezTo>
                      <a:lnTo>
                        <a:pt x="182166" y="245241"/>
                      </a:lnTo>
                      <a:cubicBezTo>
                        <a:pt x="193344" y="245241"/>
                        <a:pt x="202406" y="236179"/>
                        <a:pt x="202406" y="225000"/>
                      </a:cubicBezTo>
                      <a:cubicBezTo>
                        <a:pt x="202406" y="213822"/>
                        <a:pt x="193344" y="204760"/>
                        <a:pt x="182166" y="204760"/>
                      </a:cubicBezTo>
                      <a:close/>
                      <a:moveTo>
                        <a:pt x="526256" y="164279"/>
                      </a:moveTo>
                      <a:lnTo>
                        <a:pt x="526256" y="447647"/>
                      </a:lnTo>
                      <a:cubicBezTo>
                        <a:pt x="526256" y="470005"/>
                        <a:pt x="508132" y="488129"/>
                        <a:pt x="485775" y="488129"/>
                      </a:cubicBezTo>
                      <a:lnTo>
                        <a:pt x="40481" y="488129"/>
                      </a:lnTo>
                      <a:cubicBezTo>
                        <a:pt x="18124" y="488129"/>
                        <a:pt x="0" y="470005"/>
                        <a:pt x="0" y="447647"/>
                      </a:cubicBezTo>
                      <a:lnTo>
                        <a:pt x="0" y="144038"/>
                      </a:lnTo>
                      <a:cubicBezTo>
                        <a:pt x="3" y="135103"/>
                        <a:pt x="5864" y="127226"/>
                        <a:pt x="14421" y="124658"/>
                      </a:cubicBezTo>
                      <a:lnTo>
                        <a:pt x="419234" y="3214"/>
                      </a:lnTo>
                      <a:cubicBezTo>
                        <a:pt x="429944" y="0"/>
                        <a:pt x="441232" y="6077"/>
                        <a:pt x="444446" y="16788"/>
                      </a:cubicBezTo>
                      <a:cubicBezTo>
                        <a:pt x="447660" y="27498"/>
                        <a:pt x="441583" y="38786"/>
                        <a:pt x="430872" y="42000"/>
                      </a:cubicBezTo>
                      <a:lnTo>
                        <a:pt x="158155" y="123797"/>
                      </a:lnTo>
                      <a:lnTo>
                        <a:pt x="485775" y="123797"/>
                      </a:lnTo>
                      <a:cubicBezTo>
                        <a:pt x="508132" y="123797"/>
                        <a:pt x="526256" y="141921"/>
                        <a:pt x="526256" y="164279"/>
                      </a:cubicBezTo>
                      <a:close/>
                      <a:moveTo>
                        <a:pt x="485775" y="447647"/>
                      </a:moveTo>
                      <a:lnTo>
                        <a:pt x="485775" y="164279"/>
                      </a:lnTo>
                      <a:lnTo>
                        <a:pt x="40481" y="164279"/>
                      </a:lnTo>
                      <a:lnTo>
                        <a:pt x="40481" y="447647"/>
                      </a:lnTo>
                      <a:lnTo>
                        <a:pt x="485775" y="447647"/>
                      </a:lnTo>
                      <a:close/>
                      <a:moveTo>
                        <a:pt x="445294" y="305963"/>
                      </a:moveTo>
                      <a:cubicBezTo>
                        <a:pt x="445294" y="361856"/>
                        <a:pt x="399984" y="407166"/>
                        <a:pt x="344091" y="407166"/>
                      </a:cubicBezTo>
                      <a:cubicBezTo>
                        <a:pt x="288198" y="407166"/>
                        <a:pt x="242888" y="361856"/>
                        <a:pt x="242888" y="305963"/>
                      </a:cubicBezTo>
                      <a:cubicBezTo>
                        <a:pt x="242888" y="250070"/>
                        <a:pt x="288198" y="204760"/>
                        <a:pt x="344091" y="204760"/>
                      </a:cubicBezTo>
                      <a:cubicBezTo>
                        <a:pt x="399984" y="204760"/>
                        <a:pt x="445294" y="250070"/>
                        <a:pt x="445294" y="305963"/>
                      </a:cubicBezTo>
                      <a:close/>
                      <a:moveTo>
                        <a:pt x="404812" y="305963"/>
                      </a:moveTo>
                      <a:cubicBezTo>
                        <a:pt x="404812" y="272427"/>
                        <a:pt x="377626" y="245241"/>
                        <a:pt x="344091" y="245241"/>
                      </a:cubicBezTo>
                      <a:cubicBezTo>
                        <a:pt x="310555" y="245241"/>
                        <a:pt x="283369" y="272427"/>
                        <a:pt x="283369" y="305963"/>
                      </a:cubicBezTo>
                      <a:cubicBezTo>
                        <a:pt x="283369" y="339499"/>
                        <a:pt x="310555" y="366685"/>
                        <a:pt x="344091" y="366685"/>
                      </a:cubicBezTo>
                      <a:cubicBezTo>
                        <a:pt x="377626" y="366685"/>
                        <a:pt x="404812" y="339499"/>
                        <a:pt x="404812" y="305963"/>
                      </a:cubicBezTo>
                      <a:close/>
                    </a:path>
                  </a:pathLst>
                </a:custGeom>
                <a:solidFill>
                  <a:srgbClr val="2D7D9A"/>
                </a:solidFill>
                <a:ln>
                  <a:noFill/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9861731" y="3540442"/>
                <a:ext cx="850537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8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CH 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909810" y="415956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课程任务</a:t>
                </a:r>
              </a:p>
            </p:txBody>
          </p:sp>
        </p:grpSp>
      </p:grpSp>
      <p:sp>
        <p:nvSpPr>
          <p:cNvPr id="35" name="TextBox 35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09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73392"/>
            <a:ext cx="565908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最初的交互草图，最后基本没变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276600" y="1352550"/>
            <a:ext cx="6858000" cy="3857625"/>
            <a:chOff x="3276600" y="1352550"/>
            <a:chExt cx="6858000" cy="3857625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76600" y="1352550"/>
              <a:ext cx="6858000" cy="3857625"/>
            </a:xfrm>
            <a:prstGeom prst="rect">
              <a:avLst/>
            </a:prstGeom>
          </p:spPr>
        </p:pic>
        <p:sp>
          <p:nvSpPr>
            <p:cNvPr id="5" name="Rectangle 5"/>
            <p:cNvSpPr/>
            <p:nvPr/>
          </p:nvSpPr>
          <p:spPr>
            <a:xfrm>
              <a:off x="3276600" y="1352550"/>
              <a:ext cx="6858000" cy="3857625"/>
            </a:xfrm>
            <a:prstGeom prst="rect">
              <a:avLst/>
            </a:prstGeom>
            <a:noFill/>
            <a:ln w="19050">
              <a:solidFill>
                <a:srgbClr val="CBD2CE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09600" y="1790700"/>
            <a:ext cx="3486150" cy="1123950"/>
            <a:chOff x="609600" y="1790700"/>
            <a:chExt cx="3486150" cy="1123950"/>
          </a:xfrm>
        </p:grpSpPr>
        <p:sp>
          <p:nvSpPr>
            <p:cNvPr id="7" name="Rectangle 7"/>
            <p:cNvSpPr/>
            <p:nvPr/>
          </p:nvSpPr>
          <p:spPr>
            <a:xfrm>
              <a:off x="609600" y="1790700"/>
              <a:ext cx="2343150" cy="1123950"/>
            </a:xfrm>
            <a:prstGeom prst="roundRect">
              <a:avLst>
                <a:gd name="adj" fmla="val 6780"/>
              </a:avLst>
            </a:prstGeom>
            <a:solidFill>
              <a:srgbClr val="2D7D9A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3925" y="2085975"/>
              <a:ext cx="285750" cy="400050"/>
              <a:chOff x="923925" y="2085975"/>
              <a:chExt cx="285750" cy="4000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95362" y="2100262"/>
                <a:ext cx="1428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57175">
                    <a:moveTo>
                      <a:pt x="142875" y="71438"/>
                    </a:moveTo>
                    <a:lnTo>
                      <a:pt x="142875" y="185738"/>
                    </a:lnTo>
                    <a:cubicBezTo>
                      <a:pt x="142875" y="225191"/>
                      <a:pt x="110891" y="257175"/>
                      <a:pt x="71438" y="257175"/>
                    </a:cubicBezTo>
                    <a:lnTo>
                      <a:pt x="71438" y="257175"/>
                    </a:lnTo>
                    <a:cubicBezTo>
                      <a:pt x="31984" y="257175"/>
                      <a:pt x="0" y="225191"/>
                      <a:pt x="0" y="185738"/>
                    </a:cubicBezTo>
                    <a:lnTo>
                      <a:pt x="0" y="71438"/>
                    </a:lnTo>
                    <a:cubicBezTo>
                      <a:pt x="0" y="31984"/>
                      <a:pt x="31984" y="0"/>
                      <a:pt x="71438" y="0"/>
                    </a:cubicBezTo>
                    <a:lnTo>
                      <a:pt x="71438" y="0"/>
                    </a:lnTo>
                    <a:cubicBezTo>
                      <a:pt x="110891" y="0"/>
                      <a:pt x="142875" y="31984"/>
                      <a:pt x="142875" y="71438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3925" y="2085975"/>
                <a:ext cx="2857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400050">
                    <a:moveTo>
                      <a:pt x="142875" y="285750"/>
                    </a:moveTo>
                    <a:cubicBezTo>
                      <a:pt x="190199" y="285701"/>
                      <a:pt x="228551" y="247349"/>
                      <a:pt x="228600" y="200025"/>
                    </a:cubicBezTo>
                    <a:lnTo>
                      <a:pt x="228600" y="85725"/>
                    </a:lnTo>
                    <a:cubicBezTo>
                      <a:pt x="228600" y="38380"/>
                      <a:pt x="190220" y="0"/>
                      <a:pt x="142875" y="0"/>
                    </a:cubicBezTo>
                    <a:cubicBezTo>
                      <a:pt x="95530" y="0"/>
                      <a:pt x="57150" y="38380"/>
                      <a:pt x="57150" y="85725"/>
                    </a:cubicBezTo>
                    <a:lnTo>
                      <a:pt x="57150" y="200025"/>
                    </a:lnTo>
                    <a:cubicBezTo>
                      <a:pt x="57199" y="247349"/>
                      <a:pt x="95551" y="285701"/>
                      <a:pt x="142875" y="285750"/>
                    </a:cubicBezTo>
                    <a:close/>
                    <a:moveTo>
                      <a:pt x="85725" y="85725"/>
                    </a:moveTo>
                    <a:cubicBezTo>
                      <a:pt x="85725" y="54162"/>
                      <a:pt x="111312" y="28575"/>
                      <a:pt x="142875" y="28575"/>
                    </a:cubicBezTo>
                    <a:cubicBezTo>
                      <a:pt x="174438" y="28575"/>
                      <a:pt x="200025" y="54162"/>
                      <a:pt x="200025" y="85725"/>
                    </a:cubicBezTo>
                    <a:lnTo>
                      <a:pt x="200025" y="200025"/>
                    </a:lnTo>
                    <a:cubicBezTo>
                      <a:pt x="200025" y="231588"/>
                      <a:pt x="174438" y="257175"/>
                      <a:pt x="142875" y="257175"/>
                    </a:cubicBezTo>
                    <a:cubicBezTo>
                      <a:pt x="111312" y="257175"/>
                      <a:pt x="85725" y="231588"/>
                      <a:pt x="85725" y="200025"/>
                    </a:cubicBezTo>
                    <a:close/>
                    <a:moveTo>
                      <a:pt x="157162" y="342186"/>
                    </a:moveTo>
                    <a:lnTo>
                      <a:pt x="157162" y="385762"/>
                    </a:lnTo>
                    <a:cubicBezTo>
                      <a:pt x="157162" y="393653"/>
                      <a:pt x="150766" y="400050"/>
                      <a:pt x="142875" y="400050"/>
                    </a:cubicBezTo>
                    <a:cubicBezTo>
                      <a:pt x="134984" y="400050"/>
                      <a:pt x="128588" y="393653"/>
                      <a:pt x="128588" y="385762"/>
                    </a:cubicBezTo>
                    <a:lnTo>
                      <a:pt x="128588" y="342186"/>
                    </a:lnTo>
                    <a:cubicBezTo>
                      <a:pt x="55624" y="334761"/>
                      <a:pt x="90" y="273366"/>
                      <a:pt x="0" y="200025"/>
                    </a:cubicBezTo>
                    <a:cubicBezTo>
                      <a:pt x="0" y="192134"/>
                      <a:pt x="6397" y="185738"/>
                      <a:pt x="14288" y="185738"/>
                    </a:cubicBezTo>
                    <a:cubicBezTo>
                      <a:pt x="22178" y="185738"/>
                      <a:pt x="28575" y="192134"/>
                      <a:pt x="28575" y="200025"/>
                    </a:cubicBezTo>
                    <a:cubicBezTo>
                      <a:pt x="28575" y="263151"/>
                      <a:pt x="79749" y="314325"/>
                      <a:pt x="142875" y="314325"/>
                    </a:cubicBezTo>
                    <a:cubicBezTo>
                      <a:pt x="206001" y="314325"/>
                      <a:pt x="257175" y="263151"/>
                      <a:pt x="257175" y="200025"/>
                    </a:cubicBezTo>
                    <a:cubicBezTo>
                      <a:pt x="257175" y="192134"/>
                      <a:pt x="263572" y="185738"/>
                      <a:pt x="271462" y="185738"/>
                    </a:cubicBezTo>
                    <a:cubicBezTo>
                      <a:pt x="279353" y="185738"/>
                      <a:pt x="285750" y="192134"/>
                      <a:pt x="285750" y="200025"/>
                    </a:cubicBezTo>
                    <a:cubicBezTo>
                      <a:pt x="285660" y="273366"/>
                      <a:pt x="230126" y="334761"/>
                      <a:pt x="157163" y="342186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407795" y="2050732"/>
              <a:ext cx="61948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S1-S4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11605" y="2426018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按住说要求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952750" y="23431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38100">
              <a:solidFill>
                <a:srgbClr val="2D7D9A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09600" y="3600450"/>
            <a:ext cx="3486150" cy="1123950"/>
            <a:chOff x="609600" y="3600450"/>
            <a:chExt cx="3486150" cy="1123950"/>
          </a:xfrm>
        </p:grpSpPr>
        <p:sp>
          <p:nvSpPr>
            <p:cNvPr id="15" name="Rectangle 15"/>
            <p:cNvSpPr/>
            <p:nvPr/>
          </p:nvSpPr>
          <p:spPr>
            <a:xfrm>
              <a:off x="609600" y="3600450"/>
              <a:ext cx="2343150" cy="1123950"/>
            </a:xfrm>
            <a:prstGeom prst="roundRect">
              <a:avLst>
                <a:gd name="adj" fmla="val 6780"/>
              </a:avLst>
            </a:prstGeom>
            <a:solidFill>
              <a:srgbClr val="1E9668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866775" y="3909071"/>
              <a:ext cx="414365" cy="373350"/>
              <a:chOff x="866775" y="3909071"/>
              <a:chExt cx="414365" cy="3733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81062" y="4024312"/>
                <a:ext cx="1000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42875">
                    <a:moveTo>
                      <a:pt x="100012" y="0"/>
                    </a:moveTo>
                    <a:lnTo>
                      <a:pt x="100012" y="142875"/>
                    </a:lnTo>
                    <a:lnTo>
                      <a:pt x="14288" y="142875"/>
                    </a:lnTo>
                    <a:cubicBezTo>
                      <a:pt x="6397" y="142875"/>
                      <a:pt x="0" y="136478"/>
                      <a:pt x="0" y="128588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66775" y="3909071"/>
                <a:ext cx="414365" cy="373350"/>
              </a:xfrm>
              <a:custGeom>
                <a:avLst/>
                <a:gdLst/>
                <a:ahLst/>
                <a:cxnLst/>
                <a:rect l="l" t="t" r="r" b="b"/>
                <a:pathLst>
                  <a:path w="414365" h="373350">
                    <a:moveTo>
                      <a:pt x="249156" y="2389"/>
                    </a:moveTo>
                    <a:cubicBezTo>
                      <a:pt x="244254" y="0"/>
                      <a:pt x="238421" y="610"/>
                      <a:pt x="234119" y="3960"/>
                    </a:cubicBezTo>
                    <a:lnTo>
                      <a:pt x="109389" y="100954"/>
                    </a:lnTo>
                    <a:lnTo>
                      <a:pt x="28575" y="100954"/>
                    </a:lnTo>
                    <a:cubicBezTo>
                      <a:pt x="12793" y="100954"/>
                      <a:pt x="0" y="113748"/>
                      <a:pt x="0" y="129529"/>
                    </a:cubicBezTo>
                    <a:lnTo>
                      <a:pt x="0" y="243829"/>
                    </a:lnTo>
                    <a:cubicBezTo>
                      <a:pt x="0" y="259611"/>
                      <a:pt x="12793" y="272404"/>
                      <a:pt x="28575" y="272404"/>
                    </a:cubicBezTo>
                    <a:lnTo>
                      <a:pt x="109389" y="272404"/>
                    </a:lnTo>
                    <a:lnTo>
                      <a:pt x="234119" y="369399"/>
                    </a:lnTo>
                    <a:cubicBezTo>
                      <a:pt x="238425" y="372746"/>
                      <a:pt x="244261" y="373350"/>
                      <a:pt x="249161" y="370955"/>
                    </a:cubicBezTo>
                    <a:cubicBezTo>
                      <a:pt x="254062" y="368560"/>
                      <a:pt x="257171" y="363584"/>
                      <a:pt x="257175" y="358129"/>
                    </a:cubicBezTo>
                    <a:lnTo>
                      <a:pt x="257175" y="15229"/>
                    </a:lnTo>
                    <a:cubicBezTo>
                      <a:pt x="257176" y="9768"/>
                      <a:pt x="254063" y="4785"/>
                      <a:pt x="249156" y="2389"/>
                    </a:cubicBezTo>
                    <a:close/>
                    <a:moveTo>
                      <a:pt x="28575" y="129529"/>
                    </a:moveTo>
                    <a:lnTo>
                      <a:pt x="100012" y="129529"/>
                    </a:lnTo>
                    <a:lnTo>
                      <a:pt x="100012" y="243829"/>
                    </a:lnTo>
                    <a:lnTo>
                      <a:pt x="28575" y="243829"/>
                    </a:lnTo>
                    <a:close/>
                    <a:moveTo>
                      <a:pt x="228600" y="328912"/>
                    </a:moveTo>
                    <a:lnTo>
                      <a:pt x="128588" y="251134"/>
                    </a:lnTo>
                    <a:lnTo>
                      <a:pt x="128588" y="122225"/>
                    </a:lnTo>
                    <a:lnTo>
                      <a:pt x="228600" y="44447"/>
                    </a:lnTo>
                    <a:close/>
                    <a:moveTo>
                      <a:pt x="325041" y="139459"/>
                    </a:moveTo>
                    <a:cubicBezTo>
                      <a:pt x="348816" y="166450"/>
                      <a:pt x="348816" y="206909"/>
                      <a:pt x="325041" y="233900"/>
                    </a:cubicBezTo>
                    <a:cubicBezTo>
                      <a:pt x="319789" y="239671"/>
                      <a:pt x="310878" y="240160"/>
                      <a:pt x="305025" y="235000"/>
                    </a:cubicBezTo>
                    <a:cubicBezTo>
                      <a:pt x="299172" y="229840"/>
                      <a:pt x="298542" y="220938"/>
                      <a:pt x="303609" y="215004"/>
                    </a:cubicBezTo>
                    <a:cubicBezTo>
                      <a:pt x="317866" y="198812"/>
                      <a:pt x="317866" y="174547"/>
                      <a:pt x="303609" y="158354"/>
                    </a:cubicBezTo>
                    <a:cubicBezTo>
                      <a:pt x="298542" y="152421"/>
                      <a:pt x="299172" y="143519"/>
                      <a:pt x="305025" y="138359"/>
                    </a:cubicBezTo>
                    <a:cubicBezTo>
                      <a:pt x="310878" y="133198"/>
                      <a:pt x="319789" y="133688"/>
                      <a:pt x="325041" y="139459"/>
                    </a:cubicBezTo>
                    <a:close/>
                    <a:moveTo>
                      <a:pt x="414338" y="186679"/>
                    </a:moveTo>
                    <a:cubicBezTo>
                      <a:pt x="414358" y="221830"/>
                      <a:pt x="401404" y="255752"/>
                      <a:pt x="377958" y="281941"/>
                    </a:cubicBezTo>
                    <a:cubicBezTo>
                      <a:pt x="372662" y="287671"/>
                      <a:pt x="363749" y="288093"/>
                      <a:pt x="357936" y="282890"/>
                    </a:cubicBezTo>
                    <a:cubicBezTo>
                      <a:pt x="352123" y="277686"/>
                      <a:pt x="351559" y="268781"/>
                      <a:pt x="356670" y="262885"/>
                    </a:cubicBezTo>
                    <a:cubicBezTo>
                      <a:pt x="395474" y="219498"/>
                      <a:pt x="395474" y="153879"/>
                      <a:pt x="356670" y="110491"/>
                    </a:cubicBezTo>
                    <a:cubicBezTo>
                      <a:pt x="353168" y="106703"/>
                      <a:pt x="351981" y="101321"/>
                      <a:pt x="353564" y="96411"/>
                    </a:cubicBezTo>
                    <a:cubicBezTo>
                      <a:pt x="355146" y="91502"/>
                      <a:pt x="359252" y="87826"/>
                      <a:pt x="364307" y="86795"/>
                    </a:cubicBezTo>
                    <a:cubicBezTo>
                      <a:pt x="369361" y="85764"/>
                      <a:pt x="374579" y="87538"/>
                      <a:pt x="377958" y="91435"/>
                    </a:cubicBezTo>
                    <a:cubicBezTo>
                      <a:pt x="401410" y="117614"/>
                      <a:pt x="414365" y="151533"/>
                      <a:pt x="414338" y="186679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407795" y="3860482"/>
              <a:ext cx="6772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S5-S8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1605" y="423576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按一下听汇报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2952750" y="41529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38100">
              <a:solidFill>
                <a:srgbClr val="1E9668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9906000" y="2362200"/>
            <a:ext cx="1676400" cy="1752600"/>
            <a:chOff x="9906000" y="2362200"/>
            <a:chExt cx="1676400" cy="1752600"/>
          </a:xfrm>
        </p:grpSpPr>
        <p:sp>
          <p:nvSpPr>
            <p:cNvPr id="23" name="Rectangle 23"/>
            <p:cNvSpPr/>
            <p:nvPr/>
          </p:nvSpPr>
          <p:spPr>
            <a:xfrm>
              <a:off x="10172700" y="2362200"/>
              <a:ext cx="1409700" cy="175260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10719923" y="2618355"/>
              <a:ext cx="314914" cy="401070"/>
              <a:chOff x="10719923" y="2618355"/>
              <a:chExt cx="314914" cy="40107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0734246" y="2632734"/>
                <a:ext cx="286217" cy="315254"/>
              </a:xfrm>
              <a:custGeom>
                <a:avLst/>
                <a:gdLst/>
                <a:ahLst/>
                <a:cxnLst/>
                <a:rect l="l" t="t" r="r" b="b"/>
                <a:pathLst>
                  <a:path w="286217" h="315254">
                    <a:moveTo>
                      <a:pt x="286179" y="143804"/>
                    </a:moveTo>
                    <a:cubicBezTo>
                      <a:pt x="286217" y="187669"/>
                      <a:pt x="266069" y="229112"/>
                      <a:pt x="231547" y="256175"/>
                    </a:cubicBezTo>
                    <a:cubicBezTo>
                      <a:pt x="221004" y="264346"/>
                      <a:pt x="214806" y="276912"/>
                      <a:pt x="214741" y="290251"/>
                    </a:cubicBezTo>
                    <a:lnTo>
                      <a:pt x="214741" y="300966"/>
                    </a:lnTo>
                    <a:cubicBezTo>
                      <a:pt x="214741" y="308857"/>
                      <a:pt x="208344" y="315254"/>
                      <a:pt x="200454" y="315254"/>
                    </a:cubicBezTo>
                    <a:lnTo>
                      <a:pt x="86154" y="315254"/>
                    </a:lnTo>
                    <a:cubicBezTo>
                      <a:pt x="78263" y="315254"/>
                      <a:pt x="71866" y="308857"/>
                      <a:pt x="71866" y="300966"/>
                    </a:cubicBezTo>
                    <a:lnTo>
                      <a:pt x="71866" y="290251"/>
                    </a:lnTo>
                    <a:cubicBezTo>
                      <a:pt x="71852" y="276985"/>
                      <a:pt x="65725" y="264466"/>
                      <a:pt x="55257" y="256318"/>
                    </a:cubicBezTo>
                    <a:cubicBezTo>
                      <a:pt x="20846" y="229436"/>
                      <a:pt x="643" y="188274"/>
                      <a:pt x="429" y="144607"/>
                    </a:cubicBezTo>
                    <a:cubicBezTo>
                      <a:pt x="0" y="67169"/>
                      <a:pt x="62436" y="2715"/>
                      <a:pt x="139857" y="929"/>
                    </a:cubicBezTo>
                    <a:cubicBezTo>
                      <a:pt x="178343" y="0"/>
                      <a:pt x="215576" y="14642"/>
                      <a:pt x="243120" y="41537"/>
                    </a:cubicBezTo>
                    <a:cubicBezTo>
                      <a:pt x="270665" y="68433"/>
                      <a:pt x="286190" y="105306"/>
                      <a:pt x="286179" y="143804"/>
                    </a:cubicBezTo>
                    <a:close/>
                  </a:path>
                </a:pathLst>
              </a:custGeom>
              <a:solidFill>
                <a:srgbClr val="E0A63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719923" y="2618355"/>
                <a:ext cx="314914" cy="401070"/>
              </a:xfrm>
              <a:custGeom>
                <a:avLst/>
                <a:gdLst/>
                <a:ahLst/>
                <a:cxnLst/>
                <a:rect l="l" t="t" r="r" b="b"/>
                <a:pathLst>
                  <a:path w="314914" h="401070">
                    <a:moveTo>
                      <a:pt x="243352" y="386783"/>
                    </a:moveTo>
                    <a:cubicBezTo>
                      <a:pt x="243352" y="394673"/>
                      <a:pt x="236955" y="401070"/>
                      <a:pt x="229064" y="401070"/>
                    </a:cubicBezTo>
                    <a:lnTo>
                      <a:pt x="86189" y="401070"/>
                    </a:lnTo>
                    <a:cubicBezTo>
                      <a:pt x="78299" y="401070"/>
                      <a:pt x="71902" y="394673"/>
                      <a:pt x="71902" y="386783"/>
                    </a:cubicBezTo>
                    <a:cubicBezTo>
                      <a:pt x="71902" y="378892"/>
                      <a:pt x="78299" y="372495"/>
                      <a:pt x="86189" y="372495"/>
                    </a:cubicBezTo>
                    <a:lnTo>
                      <a:pt x="229064" y="372495"/>
                    </a:lnTo>
                    <a:cubicBezTo>
                      <a:pt x="236955" y="372495"/>
                      <a:pt x="243352" y="378892"/>
                      <a:pt x="243352" y="386783"/>
                    </a:cubicBezTo>
                    <a:close/>
                    <a:moveTo>
                      <a:pt x="314789" y="158183"/>
                    </a:moveTo>
                    <a:cubicBezTo>
                      <a:pt x="314914" y="206449"/>
                      <a:pt x="292741" y="252067"/>
                      <a:pt x="254710" y="281787"/>
                    </a:cubicBezTo>
                    <a:cubicBezTo>
                      <a:pt x="247599" y="287238"/>
                      <a:pt x="243407" y="295670"/>
                      <a:pt x="243352" y="304630"/>
                    </a:cubicBezTo>
                    <a:lnTo>
                      <a:pt x="243352" y="315345"/>
                    </a:lnTo>
                    <a:cubicBezTo>
                      <a:pt x="243352" y="331127"/>
                      <a:pt x="230558" y="343920"/>
                      <a:pt x="214777" y="343920"/>
                    </a:cubicBezTo>
                    <a:lnTo>
                      <a:pt x="100477" y="343920"/>
                    </a:lnTo>
                    <a:cubicBezTo>
                      <a:pt x="84695" y="343920"/>
                      <a:pt x="71902" y="331127"/>
                      <a:pt x="71902" y="315345"/>
                    </a:cubicBezTo>
                    <a:lnTo>
                      <a:pt x="71902" y="304630"/>
                    </a:lnTo>
                    <a:cubicBezTo>
                      <a:pt x="71896" y="295776"/>
                      <a:pt x="67787" y="287426"/>
                      <a:pt x="60775" y="282020"/>
                    </a:cubicBezTo>
                    <a:cubicBezTo>
                      <a:pt x="22844" y="252478"/>
                      <a:pt x="604" y="207135"/>
                      <a:pt x="464" y="159058"/>
                    </a:cubicBezTo>
                    <a:cubicBezTo>
                      <a:pt x="0" y="73940"/>
                      <a:pt x="68794" y="3056"/>
                      <a:pt x="153841" y="1020"/>
                    </a:cubicBezTo>
                    <a:cubicBezTo>
                      <a:pt x="196175" y="0"/>
                      <a:pt x="237129" y="16107"/>
                      <a:pt x="267427" y="45692"/>
                    </a:cubicBezTo>
                    <a:cubicBezTo>
                      <a:pt x="297725" y="75277"/>
                      <a:pt x="314802" y="115836"/>
                      <a:pt x="314789" y="158183"/>
                    </a:cubicBezTo>
                    <a:close/>
                    <a:moveTo>
                      <a:pt x="286214" y="158183"/>
                    </a:moveTo>
                    <a:cubicBezTo>
                      <a:pt x="286224" y="123534"/>
                      <a:pt x="272251" y="90347"/>
                      <a:pt x="247460" y="66141"/>
                    </a:cubicBezTo>
                    <a:cubicBezTo>
                      <a:pt x="222669" y="41935"/>
                      <a:pt x="189158" y="28758"/>
                      <a:pt x="154519" y="29595"/>
                    </a:cubicBezTo>
                    <a:cubicBezTo>
                      <a:pt x="84868" y="31238"/>
                      <a:pt x="28664" y="89228"/>
                      <a:pt x="29039" y="158879"/>
                    </a:cubicBezTo>
                    <a:cubicBezTo>
                      <a:pt x="29172" y="198199"/>
                      <a:pt x="47374" y="235276"/>
                      <a:pt x="78403" y="259427"/>
                    </a:cubicBezTo>
                    <a:cubicBezTo>
                      <a:pt x="92353" y="270272"/>
                      <a:pt x="100502" y="286960"/>
                      <a:pt x="100477" y="304630"/>
                    </a:cubicBezTo>
                    <a:lnTo>
                      <a:pt x="100477" y="315345"/>
                    </a:lnTo>
                    <a:lnTo>
                      <a:pt x="214777" y="315345"/>
                    </a:lnTo>
                    <a:lnTo>
                      <a:pt x="214777" y="304630"/>
                    </a:lnTo>
                    <a:cubicBezTo>
                      <a:pt x="214817" y="286910"/>
                      <a:pt x="223036" y="270202"/>
                      <a:pt x="237047" y="259356"/>
                    </a:cubicBezTo>
                    <a:cubicBezTo>
                      <a:pt x="268175" y="235029"/>
                      <a:pt x="286322" y="197689"/>
                      <a:pt x="286214" y="158183"/>
                    </a:cubicBezTo>
                    <a:close/>
                    <a:moveTo>
                      <a:pt x="257443" y="141502"/>
                    </a:moveTo>
                    <a:cubicBezTo>
                      <a:pt x="249855" y="99119"/>
                      <a:pt x="216674" y="65945"/>
                      <a:pt x="174290" y="58367"/>
                    </a:cubicBezTo>
                    <a:cubicBezTo>
                      <a:pt x="166507" y="57055"/>
                      <a:pt x="159135" y="62300"/>
                      <a:pt x="157823" y="70082"/>
                    </a:cubicBezTo>
                    <a:cubicBezTo>
                      <a:pt x="156511" y="77865"/>
                      <a:pt x="161757" y="85237"/>
                      <a:pt x="169539" y="86549"/>
                    </a:cubicBezTo>
                    <a:cubicBezTo>
                      <a:pt x="199132" y="91531"/>
                      <a:pt x="224242" y="116642"/>
                      <a:pt x="229261" y="146288"/>
                    </a:cubicBezTo>
                    <a:cubicBezTo>
                      <a:pt x="230428" y="153159"/>
                      <a:pt x="236382" y="158185"/>
                      <a:pt x="243352" y="158183"/>
                    </a:cubicBezTo>
                    <a:cubicBezTo>
                      <a:pt x="244159" y="158178"/>
                      <a:pt x="244965" y="158112"/>
                      <a:pt x="245763" y="157986"/>
                    </a:cubicBezTo>
                    <a:cubicBezTo>
                      <a:pt x="253540" y="156659"/>
                      <a:pt x="258768" y="149279"/>
                      <a:pt x="257443" y="141502"/>
                    </a:cubicBezTo>
                    <a:close/>
                  </a:path>
                </a:pathLst>
              </a:custGeom>
              <a:solidFill>
                <a:srgbClr val="E0A636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312401" y="3196114"/>
              <a:ext cx="11302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左四灯 = 信箱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26945" y="3517106"/>
              <a:ext cx="11012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最右灯 = 运行数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9906000" y="32385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38100">
              <a:solidFill>
                <a:srgbClr val="E0A636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3276600" y="5314950"/>
            <a:ext cx="6858000" cy="742950"/>
            <a:chOff x="3276600" y="5314950"/>
            <a:chExt cx="6858000" cy="742950"/>
          </a:xfrm>
        </p:grpSpPr>
        <p:sp>
          <p:nvSpPr>
            <p:cNvPr id="31" name="Rectangle 31"/>
            <p:cNvSpPr/>
            <p:nvPr/>
          </p:nvSpPr>
          <p:spPr>
            <a:xfrm>
              <a:off x="3276600" y="5314950"/>
              <a:ext cx="6858000" cy="742950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3583781" y="5546415"/>
              <a:ext cx="310774" cy="280013"/>
              <a:chOff x="3583781" y="5546415"/>
              <a:chExt cx="310774" cy="28001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3594497" y="5632847"/>
                <a:ext cx="75009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75009" h="107156">
                    <a:moveTo>
                      <a:pt x="75009" y="0"/>
                    </a:moveTo>
                    <a:lnTo>
                      <a:pt x="75009" y="107156"/>
                    </a:lnTo>
                    <a:lnTo>
                      <a:pt x="10716" y="107156"/>
                    </a:lnTo>
                    <a:cubicBezTo>
                      <a:pt x="4798" y="107156"/>
                      <a:pt x="0" y="102359"/>
                      <a:pt x="0" y="96441"/>
                    </a:cubicBezTo>
                    <a:lnTo>
                      <a:pt x="0" y="10716"/>
                    </a:lnTo>
                    <a:cubicBezTo>
                      <a:pt x="0" y="4798"/>
                      <a:pt x="4798" y="0"/>
                      <a:pt x="10716" y="0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3583781" y="5546415"/>
                <a:ext cx="310774" cy="280013"/>
              </a:xfrm>
              <a:custGeom>
                <a:avLst/>
                <a:gdLst/>
                <a:ahLst/>
                <a:cxnLst/>
                <a:rect l="l" t="t" r="r" b="b"/>
                <a:pathLst>
                  <a:path w="310774" h="280013">
                    <a:moveTo>
                      <a:pt x="186867" y="1791"/>
                    </a:moveTo>
                    <a:cubicBezTo>
                      <a:pt x="183191" y="0"/>
                      <a:pt x="178815" y="457"/>
                      <a:pt x="175589" y="2970"/>
                    </a:cubicBezTo>
                    <a:lnTo>
                      <a:pt x="82042" y="75716"/>
                    </a:lnTo>
                    <a:lnTo>
                      <a:pt x="21431" y="75716"/>
                    </a:lnTo>
                    <a:cubicBezTo>
                      <a:pt x="9595" y="75716"/>
                      <a:pt x="0" y="85311"/>
                      <a:pt x="0" y="97147"/>
                    </a:cubicBezTo>
                    <a:lnTo>
                      <a:pt x="0" y="182872"/>
                    </a:lnTo>
                    <a:cubicBezTo>
                      <a:pt x="0" y="194708"/>
                      <a:pt x="9595" y="204303"/>
                      <a:pt x="21431" y="204303"/>
                    </a:cubicBezTo>
                    <a:lnTo>
                      <a:pt x="82042" y="204303"/>
                    </a:lnTo>
                    <a:lnTo>
                      <a:pt x="175589" y="277049"/>
                    </a:lnTo>
                    <a:cubicBezTo>
                      <a:pt x="178819" y="279560"/>
                      <a:pt x="183196" y="280013"/>
                      <a:pt x="186871" y="278216"/>
                    </a:cubicBezTo>
                    <a:cubicBezTo>
                      <a:pt x="190546" y="276420"/>
                      <a:pt x="192878" y="272688"/>
                      <a:pt x="192881" y="268597"/>
                    </a:cubicBezTo>
                    <a:lnTo>
                      <a:pt x="192881" y="11422"/>
                    </a:lnTo>
                    <a:cubicBezTo>
                      <a:pt x="192882" y="7326"/>
                      <a:pt x="190548" y="3588"/>
                      <a:pt x="186867" y="1791"/>
                    </a:cubicBezTo>
                    <a:close/>
                    <a:moveTo>
                      <a:pt x="21431" y="97147"/>
                    </a:moveTo>
                    <a:lnTo>
                      <a:pt x="75009" y="97147"/>
                    </a:lnTo>
                    <a:lnTo>
                      <a:pt x="75009" y="182872"/>
                    </a:lnTo>
                    <a:lnTo>
                      <a:pt x="21431" y="182872"/>
                    </a:lnTo>
                    <a:close/>
                    <a:moveTo>
                      <a:pt x="171450" y="246684"/>
                    </a:moveTo>
                    <a:lnTo>
                      <a:pt x="96441" y="188350"/>
                    </a:lnTo>
                    <a:lnTo>
                      <a:pt x="96441" y="91669"/>
                    </a:lnTo>
                    <a:lnTo>
                      <a:pt x="171450" y="33336"/>
                    </a:lnTo>
                    <a:close/>
                    <a:moveTo>
                      <a:pt x="243780" y="104594"/>
                    </a:moveTo>
                    <a:cubicBezTo>
                      <a:pt x="261612" y="124838"/>
                      <a:pt x="261612" y="155182"/>
                      <a:pt x="243780" y="175425"/>
                    </a:cubicBezTo>
                    <a:cubicBezTo>
                      <a:pt x="239841" y="179753"/>
                      <a:pt x="233159" y="180120"/>
                      <a:pt x="228769" y="176250"/>
                    </a:cubicBezTo>
                    <a:cubicBezTo>
                      <a:pt x="224379" y="172380"/>
                      <a:pt x="223906" y="165703"/>
                      <a:pt x="227707" y="161253"/>
                    </a:cubicBezTo>
                    <a:cubicBezTo>
                      <a:pt x="238400" y="149109"/>
                      <a:pt x="238400" y="130910"/>
                      <a:pt x="227707" y="118766"/>
                    </a:cubicBezTo>
                    <a:cubicBezTo>
                      <a:pt x="223906" y="114316"/>
                      <a:pt x="224379" y="107639"/>
                      <a:pt x="228769" y="103769"/>
                    </a:cubicBezTo>
                    <a:cubicBezTo>
                      <a:pt x="233159" y="99899"/>
                      <a:pt x="239841" y="100266"/>
                      <a:pt x="243780" y="104594"/>
                    </a:cubicBezTo>
                    <a:close/>
                    <a:moveTo>
                      <a:pt x="310753" y="140010"/>
                    </a:moveTo>
                    <a:cubicBezTo>
                      <a:pt x="310768" y="166373"/>
                      <a:pt x="301053" y="191814"/>
                      <a:pt x="283468" y="211456"/>
                    </a:cubicBezTo>
                    <a:cubicBezTo>
                      <a:pt x="279497" y="215753"/>
                      <a:pt x="272812" y="216070"/>
                      <a:pt x="268452" y="212167"/>
                    </a:cubicBezTo>
                    <a:cubicBezTo>
                      <a:pt x="264092" y="208264"/>
                      <a:pt x="263669" y="201586"/>
                      <a:pt x="267502" y="197164"/>
                    </a:cubicBezTo>
                    <a:cubicBezTo>
                      <a:pt x="296605" y="164623"/>
                      <a:pt x="296605" y="115409"/>
                      <a:pt x="267502" y="82869"/>
                    </a:cubicBezTo>
                    <a:cubicBezTo>
                      <a:pt x="264876" y="80027"/>
                      <a:pt x="263986" y="75991"/>
                      <a:pt x="265173" y="72309"/>
                    </a:cubicBezTo>
                    <a:cubicBezTo>
                      <a:pt x="266359" y="68626"/>
                      <a:pt x="269439" y="65869"/>
                      <a:pt x="273230" y="65096"/>
                    </a:cubicBezTo>
                    <a:cubicBezTo>
                      <a:pt x="277021" y="64323"/>
                      <a:pt x="280934" y="65653"/>
                      <a:pt x="283468" y="68577"/>
                    </a:cubicBezTo>
                    <a:cubicBezTo>
                      <a:pt x="301057" y="88210"/>
                      <a:pt x="310774" y="113649"/>
                      <a:pt x="310753" y="140010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4078605" y="5464492"/>
              <a:ext cx="36540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旋转：逆时针减 · 顺时针加（板载扬声器）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81462" y="57459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短按：播报当前音量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10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22" grpId="0"/>
      <p:bldP spid="30" grpId="0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35905" y="1600200"/>
            <a:ext cx="6246495" cy="4033838"/>
            <a:chOff x="5335905" y="1600200"/>
            <a:chExt cx="6246495" cy="4033838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53050" y="1600200"/>
              <a:ext cx="6229350" cy="3505200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335905" y="5359718"/>
              <a:ext cx="33737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EasyInput V2 实物部件图 · 保留完整视野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61975" y="1214438"/>
            <a:ext cx="4238625" cy="3900487"/>
            <a:chOff x="561975" y="1214438"/>
            <a:chExt cx="4238625" cy="3900487"/>
          </a:xfrm>
        </p:grpSpPr>
        <p:sp>
          <p:nvSpPr>
            <p:cNvPr id="6" name="TextBox 6"/>
            <p:cNvSpPr txBox="1"/>
            <p:nvPr/>
          </p:nvSpPr>
          <p:spPr>
            <a:xfrm>
              <a:off x="561975" y="1214438"/>
              <a:ext cx="3770709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同一块开发板，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1975" y="1843088"/>
              <a:ext cx="272057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换一套用途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32194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76200">
              <a:solidFill>
                <a:srgbClr val="1E966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2930" y="3773805"/>
              <a:ext cx="387581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这次改软件，不重新焊硬件。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0550" y="4467225"/>
              <a:ext cx="26384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固件控制按键、录音和播放。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0550" y="4810125"/>
              <a:ext cx="253841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Mac 负责连接 Codex 任务。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98170" y="632269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11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73392"/>
            <a:ext cx="366383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用人话认识这块硬件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861733" y="1333500"/>
            <a:ext cx="6468533" cy="3638550"/>
            <a:chOff x="2861733" y="1333500"/>
            <a:chExt cx="6468533" cy="3638550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1733" y="1333500"/>
              <a:ext cx="6468533" cy="36385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750094" y="1602581"/>
            <a:ext cx="1249084" cy="600075"/>
            <a:chOff x="750094" y="1602581"/>
            <a:chExt cx="1249084" cy="600075"/>
          </a:xfrm>
        </p:grpSpPr>
        <p:grpSp>
          <p:nvGrpSpPr>
            <p:cNvPr id="8" name="Group 8"/>
            <p:cNvGrpSpPr/>
            <p:nvPr/>
          </p:nvGrpSpPr>
          <p:grpSpPr>
            <a:xfrm>
              <a:off x="750094" y="1602581"/>
              <a:ext cx="366713" cy="261938"/>
              <a:chOff x="750094" y="1602581"/>
              <a:chExt cx="366713" cy="26193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763182" y="1615669"/>
                <a:ext cx="340527" cy="235728"/>
              </a:xfrm>
              <a:custGeom>
                <a:avLst/>
                <a:gdLst/>
                <a:ahLst/>
                <a:cxnLst/>
                <a:rect l="l" t="t" r="r" b="b"/>
                <a:pathLst>
                  <a:path w="340527" h="235728">
                    <a:moveTo>
                      <a:pt x="340527" y="13908"/>
                    </a:moveTo>
                    <a:lnTo>
                      <a:pt x="340527" y="221821"/>
                    </a:lnTo>
                    <a:cubicBezTo>
                      <a:pt x="340527" y="225507"/>
                      <a:pt x="339063" y="229042"/>
                      <a:pt x="336457" y="231649"/>
                    </a:cubicBezTo>
                    <a:cubicBezTo>
                      <a:pt x="333850" y="234255"/>
                      <a:pt x="330315" y="235720"/>
                      <a:pt x="326628" y="235720"/>
                    </a:cubicBezTo>
                    <a:lnTo>
                      <a:pt x="13940" y="235720"/>
                    </a:lnTo>
                    <a:cubicBezTo>
                      <a:pt x="10254" y="235728"/>
                      <a:pt x="6715" y="234272"/>
                      <a:pt x="4103" y="231672"/>
                    </a:cubicBezTo>
                    <a:cubicBezTo>
                      <a:pt x="1490" y="229071"/>
                      <a:pt x="17" y="225540"/>
                      <a:pt x="9" y="221853"/>
                    </a:cubicBezTo>
                    <a:lnTo>
                      <a:pt x="9" y="13940"/>
                    </a:lnTo>
                    <a:cubicBezTo>
                      <a:pt x="0" y="10249"/>
                      <a:pt x="1461" y="6705"/>
                      <a:pt x="4068" y="4091"/>
                    </a:cubicBezTo>
                    <a:cubicBezTo>
                      <a:pt x="6676" y="1478"/>
                      <a:pt x="10216" y="9"/>
                      <a:pt x="13908" y="9"/>
                    </a:cubicBezTo>
                    <a:lnTo>
                      <a:pt x="326596" y="9"/>
                    </a:lnTo>
                    <a:cubicBezTo>
                      <a:pt x="330288" y="0"/>
                      <a:pt x="333831" y="1461"/>
                      <a:pt x="336445" y="4068"/>
                    </a:cubicBezTo>
                    <a:cubicBezTo>
                      <a:pt x="339059" y="6676"/>
                      <a:pt x="340527" y="10216"/>
                      <a:pt x="340527" y="13908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50094" y="1602581"/>
                <a:ext cx="366713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366713" h="261938">
                    <a:moveTo>
                      <a:pt x="339717" y="0"/>
                    </a:moveTo>
                    <a:lnTo>
                      <a:pt x="27029" y="0"/>
                    </a:lnTo>
                    <a:cubicBezTo>
                      <a:pt x="12114" y="0"/>
                      <a:pt x="18" y="12081"/>
                      <a:pt x="0" y="26996"/>
                    </a:cubicBezTo>
                    <a:lnTo>
                      <a:pt x="0" y="234909"/>
                    </a:lnTo>
                    <a:cubicBezTo>
                      <a:pt x="0" y="249824"/>
                      <a:pt x="12081" y="261919"/>
                      <a:pt x="26996" y="261938"/>
                    </a:cubicBezTo>
                    <a:lnTo>
                      <a:pt x="339684" y="261938"/>
                    </a:lnTo>
                    <a:cubicBezTo>
                      <a:pt x="354599" y="261938"/>
                      <a:pt x="366694" y="249856"/>
                      <a:pt x="366713" y="234942"/>
                    </a:cubicBezTo>
                    <a:lnTo>
                      <a:pt x="366713" y="27029"/>
                    </a:lnTo>
                    <a:cubicBezTo>
                      <a:pt x="366713" y="12114"/>
                      <a:pt x="354631" y="18"/>
                      <a:pt x="339717" y="0"/>
                    </a:cubicBezTo>
                    <a:close/>
                    <a:moveTo>
                      <a:pt x="340519" y="234942"/>
                    </a:moveTo>
                    <a:cubicBezTo>
                      <a:pt x="340519" y="235154"/>
                      <a:pt x="340434" y="235358"/>
                      <a:pt x="340284" y="235509"/>
                    </a:cubicBezTo>
                    <a:cubicBezTo>
                      <a:pt x="340133" y="235659"/>
                      <a:pt x="339929" y="235744"/>
                      <a:pt x="339717" y="235744"/>
                    </a:cubicBezTo>
                    <a:lnTo>
                      <a:pt x="27029" y="235744"/>
                    </a:lnTo>
                    <a:cubicBezTo>
                      <a:pt x="26816" y="235744"/>
                      <a:pt x="26612" y="235659"/>
                      <a:pt x="26461" y="235509"/>
                    </a:cubicBezTo>
                    <a:cubicBezTo>
                      <a:pt x="26311" y="235358"/>
                      <a:pt x="26227" y="235154"/>
                      <a:pt x="26227" y="234942"/>
                    </a:cubicBezTo>
                    <a:lnTo>
                      <a:pt x="26227" y="27029"/>
                    </a:lnTo>
                    <a:cubicBezTo>
                      <a:pt x="26227" y="26586"/>
                      <a:pt x="26586" y="26227"/>
                      <a:pt x="27029" y="26227"/>
                    </a:cubicBezTo>
                    <a:lnTo>
                      <a:pt x="339717" y="26227"/>
                    </a:lnTo>
                    <a:cubicBezTo>
                      <a:pt x="339929" y="26227"/>
                      <a:pt x="340133" y="26311"/>
                      <a:pt x="340284" y="26461"/>
                    </a:cubicBezTo>
                    <a:cubicBezTo>
                      <a:pt x="340434" y="26612"/>
                      <a:pt x="340519" y="26816"/>
                      <a:pt x="340519" y="27029"/>
                    </a:cubicBezTo>
                    <a:close/>
                    <a:moveTo>
                      <a:pt x="314325" y="130969"/>
                    </a:moveTo>
                    <a:cubicBezTo>
                      <a:pt x="314325" y="138202"/>
                      <a:pt x="308461" y="144066"/>
                      <a:pt x="301228" y="144066"/>
                    </a:cubicBezTo>
                    <a:lnTo>
                      <a:pt x="65484" y="144066"/>
                    </a:lnTo>
                    <a:cubicBezTo>
                      <a:pt x="58251" y="144066"/>
                      <a:pt x="52388" y="138202"/>
                      <a:pt x="52388" y="130969"/>
                    </a:cubicBezTo>
                    <a:cubicBezTo>
                      <a:pt x="52388" y="123736"/>
                      <a:pt x="58251" y="117872"/>
                      <a:pt x="65484" y="117872"/>
                    </a:cubicBezTo>
                    <a:lnTo>
                      <a:pt x="301228" y="117872"/>
                    </a:lnTo>
                    <a:cubicBezTo>
                      <a:pt x="308461" y="117872"/>
                      <a:pt x="314325" y="123736"/>
                      <a:pt x="314325" y="130969"/>
                    </a:cubicBezTo>
                    <a:close/>
                    <a:moveTo>
                      <a:pt x="314325" y="78581"/>
                    </a:moveTo>
                    <a:cubicBezTo>
                      <a:pt x="314325" y="85814"/>
                      <a:pt x="308461" y="91678"/>
                      <a:pt x="301228" y="91678"/>
                    </a:cubicBezTo>
                    <a:lnTo>
                      <a:pt x="65484" y="91678"/>
                    </a:lnTo>
                    <a:cubicBezTo>
                      <a:pt x="58251" y="91678"/>
                      <a:pt x="52388" y="85814"/>
                      <a:pt x="52388" y="78581"/>
                    </a:cubicBezTo>
                    <a:cubicBezTo>
                      <a:pt x="52388" y="71348"/>
                      <a:pt x="58251" y="65484"/>
                      <a:pt x="65484" y="65484"/>
                    </a:cubicBezTo>
                    <a:lnTo>
                      <a:pt x="301228" y="65484"/>
                    </a:lnTo>
                    <a:cubicBezTo>
                      <a:pt x="308461" y="65484"/>
                      <a:pt x="314325" y="71348"/>
                      <a:pt x="314325" y="78581"/>
                    </a:cubicBezTo>
                    <a:close/>
                    <a:moveTo>
                      <a:pt x="91678" y="183356"/>
                    </a:moveTo>
                    <a:cubicBezTo>
                      <a:pt x="91678" y="190589"/>
                      <a:pt x="85814" y="196453"/>
                      <a:pt x="78581" y="196453"/>
                    </a:cubicBezTo>
                    <a:lnTo>
                      <a:pt x="65484" y="196453"/>
                    </a:lnTo>
                    <a:cubicBezTo>
                      <a:pt x="58251" y="196453"/>
                      <a:pt x="52388" y="190589"/>
                      <a:pt x="52388" y="183356"/>
                    </a:cubicBezTo>
                    <a:cubicBezTo>
                      <a:pt x="52388" y="176123"/>
                      <a:pt x="58251" y="170259"/>
                      <a:pt x="65484" y="170259"/>
                    </a:cubicBezTo>
                    <a:lnTo>
                      <a:pt x="78581" y="170259"/>
                    </a:lnTo>
                    <a:cubicBezTo>
                      <a:pt x="85814" y="170259"/>
                      <a:pt x="91678" y="176123"/>
                      <a:pt x="91678" y="183356"/>
                    </a:cubicBezTo>
                    <a:close/>
                    <a:moveTo>
                      <a:pt x="248841" y="183356"/>
                    </a:moveTo>
                    <a:cubicBezTo>
                      <a:pt x="248841" y="190589"/>
                      <a:pt x="242977" y="196453"/>
                      <a:pt x="235744" y="196453"/>
                    </a:cubicBezTo>
                    <a:lnTo>
                      <a:pt x="130969" y="196453"/>
                    </a:lnTo>
                    <a:cubicBezTo>
                      <a:pt x="123736" y="196453"/>
                      <a:pt x="117872" y="190589"/>
                      <a:pt x="117872" y="183356"/>
                    </a:cubicBezTo>
                    <a:cubicBezTo>
                      <a:pt x="117872" y="176123"/>
                      <a:pt x="123736" y="170259"/>
                      <a:pt x="130969" y="170259"/>
                    </a:cubicBezTo>
                    <a:lnTo>
                      <a:pt x="235744" y="170259"/>
                    </a:lnTo>
                    <a:cubicBezTo>
                      <a:pt x="242977" y="170259"/>
                      <a:pt x="248841" y="176123"/>
                      <a:pt x="248841" y="183356"/>
                    </a:cubicBezTo>
                    <a:close/>
                    <a:moveTo>
                      <a:pt x="314325" y="183356"/>
                    </a:moveTo>
                    <a:cubicBezTo>
                      <a:pt x="314325" y="190589"/>
                      <a:pt x="308461" y="196453"/>
                      <a:pt x="301228" y="196453"/>
                    </a:cubicBezTo>
                    <a:lnTo>
                      <a:pt x="288131" y="196453"/>
                    </a:lnTo>
                    <a:cubicBezTo>
                      <a:pt x="280898" y="196453"/>
                      <a:pt x="275034" y="190589"/>
                      <a:pt x="275034" y="183356"/>
                    </a:cubicBezTo>
                    <a:cubicBezTo>
                      <a:pt x="275034" y="176123"/>
                      <a:pt x="280898" y="170259"/>
                      <a:pt x="288131" y="170259"/>
                    </a:cubicBezTo>
                    <a:lnTo>
                      <a:pt x="301228" y="170259"/>
                    </a:lnTo>
                    <a:cubicBezTo>
                      <a:pt x="308461" y="170259"/>
                      <a:pt x="314325" y="176123"/>
                      <a:pt x="314325" y="183356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236345" y="16316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能按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43012" y="1974056"/>
              <a:ext cx="7561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8 个机械键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3191" y="2780968"/>
            <a:ext cx="1670208" cy="640888"/>
            <a:chOff x="763191" y="2780968"/>
            <a:chExt cx="1670208" cy="640888"/>
          </a:xfrm>
        </p:grpSpPr>
        <p:grpSp>
          <p:nvGrpSpPr>
            <p:cNvPr id="14" name="Group 14"/>
            <p:cNvGrpSpPr/>
            <p:nvPr/>
          </p:nvGrpSpPr>
          <p:grpSpPr>
            <a:xfrm>
              <a:off x="763191" y="2780968"/>
              <a:ext cx="340519" cy="315848"/>
              <a:chOff x="763191" y="2780968"/>
              <a:chExt cx="340519" cy="31584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76288" y="2874169"/>
                <a:ext cx="31432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209550">
                    <a:moveTo>
                      <a:pt x="301228" y="0"/>
                    </a:moveTo>
                    <a:lnTo>
                      <a:pt x="0" y="0"/>
                    </a:lnTo>
                    <a:lnTo>
                      <a:pt x="0" y="196453"/>
                    </a:lnTo>
                    <a:cubicBezTo>
                      <a:pt x="0" y="203686"/>
                      <a:pt x="5864" y="209550"/>
                      <a:pt x="13097" y="209550"/>
                    </a:cubicBezTo>
                    <a:lnTo>
                      <a:pt x="301228" y="209550"/>
                    </a:lnTo>
                    <a:cubicBezTo>
                      <a:pt x="308461" y="209550"/>
                      <a:pt x="314325" y="203686"/>
                      <a:pt x="314325" y="196453"/>
                    </a:cubicBezTo>
                    <a:lnTo>
                      <a:pt x="314325" y="13097"/>
                    </a:lnTo>
                    <a:cubicBezTo>
                      <a:pt x="314325" y="5864"/>
                      <a:pt x="308461" y="0"/>
                      <a:pt x="301228" y="0"/>
                    </a:cubicBezTo>
                    <a:close/>
                    <a:moveTo>
                      <a:pt x="209550" y="157162"/>
                    </a:moveTo>
                    <a:cubicBezTo>
                      <a:pt x="180617" y="157162"/>
                      <a:pt x="157162" y="133708"/>
                      <a:pt x="157162" y="104775"/>
                    </a:cubicBezTo>
                    <a:cubicBezTo>
                      <a:pt x="157162" y="75842"/>
                      <a:pt x="180617" y="52388"/>
                      <a:pt x="209550" y="52388"/>
                    </a:cubicBezTo>
                    <a:cubicBezTo>
                      <a:pt x="238483" y="52388"/>
                      <a:pt x="261938" y="75842"/>
                      <a:pt x="261938" y="104775"/>
                    </a:cubicBezTo>
                    <a:cubicBezTo>
                      <a:pt x="261938" y="133708"/>
                      <a:pt x="238483" y="157162"/>
                      <a:pt x="209550" y="157162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63191" y="2780968"/>
                <a:ext cx="340519" cy="315848"/>
              </a:xfrm>
              <a:custGeom>
                <a:avLst/>
                <a:gdLst/>
                <a:ahLst/>
                <a:cxnLst/>
                <a:rect l="l" t="t" r="r" b="b"/>
                <a:pathLst>
                  <a:path w="340519" h="315848">
                    <a:moveTo>
                      <a:pt x="130969" y="250364"/>
                    </a:moveTo>
                    <a:cubicBezTo>
                      <a:pt x="130969" y="257597"/>
                      <a:pt x="125105" y="263460"/>
                      <a:pt x="117872" y="263460"/>
                    </a:cubicBezTo>
                    <a:lnTo>
                      <a:pt x="65484" y="263460"/>
                    </a:lnTo>
                    <a:cubicBezTo>
                      <a:pt x="58251" y="263460"/>
                      <a:pt x="52388" y="257597"/>
                      <a:pt x="52388" y="250364"/>
                    </a:cubicBezTo>
                    <a:cubicBezTo>
                      <a:pt x="52388" y="243130"/>
                      <a:pt x="58251" y="237267"/>
                      <a:pt x="65484" y="237267"/>
                    </a:cubicBezTo>
                    <a:lnTo>
                      <a:pt x="117872" y="237267"/>
                    </a:lnTo>
                    <a:cubicBezTo>
                      <a:pt x="125105" y="237267"/>
                      <a:pt x="130969" y="243130"/>
                      <a:pt x="130969" y="250364"/>
                    </a:cubicBezTo>
                    <a:close/>
                    <a:moveTo>
                      <a:pt x="117872" y="184879"/>
                    </a:moveTo>
                    <a:lnTo>
                      <a:pt x="65484" y="184879"/>
                    </a:lnTo>
                    <a:cubicBezTo>
                      <a:pt x="58251" y="184879"/>
                      <a:pt x="52388" y="190743"/>
                      <a:pt x="52388" y="197976"/>
                    </a:cubicBezTo>
                    <a:cubicBezTo>
                      <a:pt x="52388" y="205209"/>
                      <a:pt x="58251" y="211073"/>
                      <a:pt x="65484" y="211073"/>
                    </a:cubicBezTo>
                    <a:lnTo>
                      <a:pt x="117872" y="211073"/>
                    </a:lnTo>
                    <a:cubicBezTo>
                      <a:pt x="125105" y="211073"/>
                      <a:pt x="130969" y="205209"/>
                      <a:pt x="130969" y="197976"/>
                    </a:cubicBezTo>
                    <a:cubicBezTo>
                      <a:pt x="130969" y="190743"/>
                      <a:pt x="125105" y="184879"/>
                      <a:pt x="117872" y="184879"/>
                    </a:cubicBezTo>
                    <a:close/>
                    <a:moveTo>
                      <a:pt x="117872" y="132492"/>
                    </a:moveTo>
                    <a:lnTo>
                      <a:pt x="65484" y="132492"/>
                    </a:lnTo>
                    <a:cubicBezTo>
                      <a:pt x="58251" y="132492"/>
                      <a:pt x="52388" y="138355"/>
                      <a:pt x="52388" y="145589"/>
                    </a:cubicBezTo>
                    <a:cubicBezTo>
                      <a:pt x="52388" y="152822"/>
                      <a:pt x="58251" y="158685"/>
                      <a:pt x="65484" y="158685"/>
                    </a:cubicBezTo>
                    <a:lnTo>
                      <a:pt x="117872" y="158685"/>
                    </a:lnTo>
                    <a:cubicBezTo>
                      <a:pt x="125105" y="158685"/>
                      <a:pt x="130969" y="152822"/>
                      <a:pt x="130969" y="145589"/>
                    </a:cubicBezTo>
                    <a:cubicBezTo>
                      <a:pt x="130969" y="138355"/>
                      <a:pt x="125105" y="132492"/>
                      <a:pt x="117872" y="132492"/>
                    </a:cubicBezTo>
                    <a:close/>
                    <a:moveTo>
                      <a:pt x="340519" y="106298"/>
                    </a:moveTo>
                    <a:lnTo>
                      <a:pt x="340519" y="289654"/>
                    </a:lnTo>
                    <a:cubicBezTo>
                      <a:pt x="340519" y="304121"/>
                      <a:pt x="328791" y="315848"/>
                      <a:pt x="314325" y="315848"/>
                    </a:cubicBezTo>
                    <a:lnTo>
                      <a:pt x="26194" y="315848"/>
                    </a:lnTo>
                    <a:cubicBezTo>
                      <a:pt x="11727" y="315848"/>
                      <a:pt x="0" y="304121"/>
                      <a:pt x="0" y="289654"/>
                    </a:cubicBezTo>
                    <a:lnTo>
                      <a:pt x="0" y="93201"/>
                    </a:lnTo>
                    <a:cubicBezTo>
                      <a:pt x="2" y="87419"/>
                      <a:pt x="3794" y="82323"/>
                      <a:pt x="9332" y="80661"/>
                    </a:cubicBezTo>
                    <a:lnTo>
                      <a:pt x="271269" y="2080"/>
                    </a:lnTo>
                    <a:cubicBezTo>
                      <a:pt x="278199" y="0"/>
                      <a:pt x="285503" y="3932"/>
                      <a:pt x="287583" y="10863"/>
                    </a:cubicBezTo>
                    <a:cubicBezTo>
                      <a:pt x="289662" y="17793"/>
                      <a:pt x="285730" y="25097"/>
                      <a:pt x="278800" y="27176"/>
                    </a:cubicBezTo>
                    <a:lnTo>
                      <a:pt x="102336" y="80104"/>
                    </a:lnTo>
                    <a:lnTo>
                      <a:pt x="314325" y="80104"/>
                    </a:lnTo>
                    <a:cubicBezTo>
                      <a:pt x="328791" y="80104"/>
                      <a:pt x="340519" y="91832"/>
                      <a:pt x="340519" y="106298"/>
                    </a:cubicBezTo>
                    <a:close/>
                    <a:moveTo>
                      <a:pt x="314325" y="289654"/>
                    </a:moveTo>
                    <a:lnTo>
                      <a:pt x="314325" y="106298"/>
                    </a:lnTo>
                    <a:lnTo>
                      <a:pt x="26194" y="106298"/>
                    </a:lnTo>
                    <a:lnTo>
                      <a:pt x="26194" y="289654"/>
                    </a:lnTo>
                    <a:lnTo>
                      <a:pt x="314325" y="289654"/>
                    </a:lnTo>
                    <a:close/>
                    <a:moveTo>
                      <a:pt x="288131" y="197976"/>
                    </a:moveTo>
                    <a:cubicBezTo>
                      <a:pt x="288131" y="234142"/>
                      <a:pt x="258813" y="263460"/>
                      <a:pt x="222647" y="263460"/>
                    </a:cubicBezTo>
                    <a:cubicBezTo>
                      <a:pt x="186481" y="263460"/>
                      <a:pt x="157162" y="234142"/>
                      <a:pt x="157162" y="197976"/>
                    </a:cubicBezTo>
                    <a:cubicBezTo>
                      <a:pt x="157162" y="161810"/>
                      <a:pt x="186481" y="132492"/>
                      <a:pt x="222647" y="132492"/>
                    </a:cubicBezTo>
                    <a:cubicBezTo>
                      <a:pt x="258813" y="132492"/>
                      <a:pt x="288131" y="161810"/>
                      <a:pt x="288131" y="197976"/>
                    </a:cubicBezTo>
                    <a:close/>
                    <a:moveTo>
                      <a:pt x="261938" y="197976"/>
                    </a:moveTo>
                    <a:cubicBezTo>
                      <a:pt x="261938" y="176276"/>
                      <a:pt x="244346" y="158685"/>
                      <a:pt x="222647" y="158685"/>
                    </a:cubicBezTo>
                    <a:cubicBezTo>
                      <a:pt x="200947" y="158685"/>
                      <a:pt x="183356" y="176276"/>
                      <a:pt x="183356" y="197976"/>
                    </a:cubicBezTo>
                    <a:cubicBezTo>
                      <a:pt x="183356" y="219676"/>
                      <a:pt x="200947" y="237267"/>
                      <a:pt x="222647" y="237267"/>
                    </a:cubicBezTo>
                    <a:cubicBezTo>
                      <a:pt x="244346" y="237267"/>
                      <a:pt x="261938" y="219676"/>
                      <a:pt x="261938" y="197976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236345" y="28508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调板载音量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43012" y="3193256"/>
              <a:ext cx="11237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10 档 · 短按播报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003631" y="1473994"/>
            <a:ext cx="1174194" cy="652462"/>
            <a:chOff x="10003631" y="1473994"/>
            <a:chExt cx="1174194" cy="652462"/>
          </a:xfrm>
        </p:grpSpPr>
        <p:grpSp>
          <p:nvGrpSpPr>
            <p:cNvPr id="20" name="Group 20"/>
            <p:cNvGrpSpPr/>
            <p:nvPr/>
          </p:nvGrpSpPr>
          <p:grpSpPr>
            <a:xfrm>
              <a:off x="10003631" y="1473994"/>
              <a:ext cx="261938" cy="366712"/>
              <a:chOff x="10003631" y="1473994"/>
              <a:chExt cx="261938" cy="36671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069116" y="1487091"/>
                <a:ext cx="130969" cy="235744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235744">
                    <a:moveTo>
                      <a:pt x="130969" y="65484"/>
                    </a:moveTo>
                    <a:lnTo>
                      <a:pt x="130969" y="170259"/>
                    </a:lnTo>
                    <a:cubicBezTo>
                      <a:pt x="130969" y="206425"/>
                      <a:pt x="101650" y="235744"/>
                      <a:pt x="65484" y="235744"/>
                    </a:cubicBezTo>
                    <a:lnTo>
                      <a:pt x="65484" y="235744"/>
                    </a:lnTo>
                    <a:cubicBezTo>
                      <a:pt x="29318" y="235744"/>
                      <a:pt x="0" y="206425"/>
                      <a:pt x="0" y="170259"/>
                    </a:cubicBezTo>
                    <a:lnTo>
                      <a:pt x="0" y="65484"/>
                    </a:lnTo>
                    <a:cubicBezTo>
                      <a:pt x="0" y="29318"/>
                      <a:pt x="29318" y="0"/>
                      <a:pt x="65484" y="0"/>
                    </a:cubicBezTo>
                    <a:lnTo>
                      <a:pt x="65484" y="0"/>
                    </a:lnTo>
                    <a:cubicBezTo>
                      <a:pt x="101650" y="0"/>
                      <a:pt x="130969" y="29318"/>
                      <a:pt x="130969" y="65484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003631" y="1473994"/>
                <a:ext cx="261938" cy="366712"/>
              </a:xfrm>
              <a:custGeom>
                <a:avLst/>
                <a:gdLst/>
                <a:ahLst/>
                <a:cxnLst/>
                <a:rect l="l" t="t" r="r" b="b"/>
                <a:pathLst>
                  <a:path w="261938" h="366712">
                    <a:moveTo>
                      <a:pt x="130969" y="261938"/>
                    </a:moveTo>
                    <a:cubicBezTo>
                      <a:pt x="174349" y="261892"/>
                      <a:pt x="209505" y="226737"/>
                      <a:pt x="209550" y="183356"/>
                    </a:cubicBezTo>
                    <a:lnTo>
                      <a:pt x="209550" y="78581"/>
                    </a:lnTo>
                    <a:cubicBezTo>
                      <a:pt x="209550" y="35182"/>
                      <a:pt x="174368" y="0"/>
                      <a:pt x="130969" y="0"/>
                    </a:cubicBezTo>
                    <a:cubicBezTo>
                      <a:pt x="87570" y="0"/>
                      <a:pt x="52388" y="35182"/>
                      <a:pt x="52388" y="78581"/>
                    </a:cubicBezTo>
                    <a:lnTo>
                      <a:pt x="52388" y="183356"/>
                    </a:lnTo>
                    <a:cubicBezTo>
                      <a:pt x="52433" y="226737"/>
                      <a:pt x="87588" y="261892"/>
                      <a:pt x="130969" y="261938"/>
                    </a:cubicBezTo>
                    <a:close/>
                    <a:moveTo>
                      <a:pt x="78581" y="78581"/>
                    </a:moveTo>
                    <a:cubicBezTo>
                      <a:pt x="78581" y="49648"/>
                      <a:pt x="102036" y="26194"/>
                      <a:pt x="130969" y="26194"/>
                    </a:cubicBezTo>
                    <a:cubicBezTo>
                      <a:pt x="159902" y="26194"/>
                      <a:pt x="183356" y="49648"/>
                      <a:pt x="183356" y="78581"/>
                    </a:cubicBezTo>
                    <a:lnTo>
                      <a:pt x="183356" y="183356"/>
                    </a:lnTo>
                    <a:cubicBezTo>
                      <a:pt x="183356" y="212289"/>
                      <a:pt x="159902" y="235744"/>
                      <a:pt x="130969" y="235744"/>
                    </a:cubicBezTo>
                    <a:cubicBezTo>
                      <a:pt x="102036" y="235744"/>
                      <a:pt x="78581" y="212289"/>
                      <a:pt x="78581" y="183356"/>
                    </a:cubicBezTo>
                    <a:close/>
                    <a:moveTo>
                      <a:pt x="144066" y="313670"/>
                    </a:moveTo>
                    <a:lnTo>
                      <a:pt x="144066" y="353616"/>
                    </a:lnTo>
                    <a:cubicBezTo>
                      <a:pt x="144066" y="360849"/>
                      <a:pt x="138202" y="366712"/>
                      <a:pt x="130969" y="366712"/>
                    </a:cubicBezTo>
                    <a:cubicBezTo>
                      <a:pt x="123736" y="366712"/>
                      <a:pt x="117872" y="360849"/>
                      <a:pt x="117872" y="353616"/>
                    </a:cubicBezTo>
                    <a:lnTo>
                      <a:pt x="117872" y="313670"/>
                    </a:lnTo>
                    <a:cubicBezTo>
                      <a:pt x="50988" y="306864"/>
                      <a:pt x="83" y="250585"/>
                      <a:pt x="0" y="183356"/>
                    </a:cubicBezTo>
                    <a:cubicBezTo>
                      <a:pt x="0" y="176123"/>
                      <a:pt x="5864" y="170259"/>
                      <a:pt x="13097" y="170259"/>
                    </a:cubicBezTo>
                    <a:cubicBezTo>
                      <a:pt x="20330" y="170259"/>
                      <a:pt x="26194" y="176123"/>
                      <a:pt x="26194" y="183356"/>
                    </a:cubicBezTo>
                    <a:cubicBezTo>
                      <a:pt x="26194" y="241222"/>
                      <a:pt x="73103" y="288131"/>
                      <a:pt x="130969" y="288131"/>
                    </a:cubicBezTo>
                    <a:cubicBezTo>
                      <a:pt x="188834" y="288131"/>
                      <a:pt x="235744" y="241222"/>
                      <a:pt x="235744" y="183356"/>
                    </a:cubicBezTo>
                    <a:cubicBezTo>
                      <a:pt x="235744" y="176123"/>
                      <a:pt x="241607" y="170259"/>
                      <a:pt x="248841" y="170259"/>
                    </a:cubicBezTo>
                    <a:cubicBezTo>
                      <a:pt x="256074" y="170259"/>
                      <a:pt x="261938" y="176123"/>
                      <a:pt x="261938" y="183356"/>
                    </a:cubicBezTo>
                    <a:cubicBezTo>
                      <a:pt x="261855" y="250585"/>
                      <a:pt x="210949" y="306864"/>
                      <a:pt x="144066" y="313670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37495" y="15554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能听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44162" y="1897856"/>
              <a:ext cx="7336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I2S 麦克风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951244" y="2705427"/>
            <a:ext cx="1421606" cy="640229"/>
            <a:chOff x="9951244" y="2705427"/>
            <a:chExt cx="1421606" cy="640229"/>
          </a:xfrm>
        </p:grpSpPr>
        <p:grpSp>
          <p:nvGrpSpPr>
            <p:cNvPr id="26" name="Group 26"/>
            <p:cNvGrpSpPr/>
            <p:nvPr/>
          </p:nvGrpSpPr>
          <p:grpSpPr>
            <a:xfrm>
              <a:off x="9951244" y="2705427"/>
              <a:ext cx="379835" cy="342238"/>
              <a:chOff x="9951244" y="2705427"/>
              <a:chExt cx="379835" cy="34223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964341" y="2811066"/>
                <a:ext cx="91678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91678" h="130969">
                    <a:moveTo>
                      <a:pt x="91678" y="0"/>
                    </a:moveTo>
                    <a:lnTo>
                      <a:pt x="91678" y="130969"/>
                    </a:lnTo>
                    <a:lnTo>
                      <a:pt x="13097" y="130969"/>
                    </a:lnTo>
                    <a:cubicBezTo>
                      <a:pt x="5864" y="130969"/>
                      <a:pt x="0" y="125105"/>
                      <a:pt x="0" y="117872"/>
                    </a:cubicBezTo>
                    <a:lnTo>
                      <a:pt x="0" y="13097"/>
                    </a:lnTo>
                    <a:cubicBezTo>
                      <a:pt x="0" y="5864"/>
                      <a:pt x="5864" y="0"/>
                      <a:pt x="13097" y="0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951244" y="2705427"/>
                <a:ext cx="379835" cy="342238"/>
              </a:xfrm>
              <a:custGeom>
                <a:avLst/>
                <a:gdLst/>
                <a:ahLst/>
                <a:cxnLst/>
                <a:rect l="l" t="t" r="r" b="b"/>
                <a:pathLst>
                  <a:path w="379835" h="342238">
                    <a:moveTo>
                      <a:pt x="228393" y="2190"/>
                    </a:moveTo>
                    <a:cubicBezTo>
                      <a:pt x="223900" y="0"/>
                      <a:pt x="218552" y="559"/>
                      <a:pt x="214609" y="3630"/>
                    </a:cubicBezTo>
                    <a:lnTo>
                      <a:pt x="100273" y="92542"/>
                    </a:lnTo>
                    <a:lnTo>
                      <a:pt x="26194" y="92542"/>
                    </a:lnTo>
                    <a:cubicBezTo>
                      <a:pt x="11727" y="92542"/>
                      <a:pt x="0" y="104269"/>
                      <a:pt x="0" y="118735"/>
                    </a:cubicBezTo>
                    <a:lnTo>
                      <a:pt x="0" y="223510"/>
                    </a:lnTo>
                    <a:cubicBezTo>
                      <a:pt x="0" y="237977"/>
                      <a:pt x="11727" y="249704"/>
                      <a:pt x="26194" y="249704"/>
                    </a:cubicBezTo>
                    <a:lnTo>
                      <a:pt x="100273" y="249704"/>
                    </a:lnTo>
                    <a:lnTo>
                      <a:pt x="214609" y="338615"/>
                    </a:lnTo>
                    <a:cubicBezTo>
                      <a:pt x="218556" y="341684"/>
                      <a:pt x="223906" y="342238"/>
                      <a:pt x="228398" y="340042"/>
                    </a:cubicBezTo>
                    <a:cubicBezTo>
                      <a:pt x="232890" y="337847"/>
                      <a:pt x="235740" y="333285"/>
                      <a:pt x="235744" y="328285"/>
                    </a:cubicBezTo>
                    <a:lnTo>
                      <a:pt x="235744" y="13960"/>
                    </a:lnTo>
                    <a:cubicBezTo>
                      <a:pt x="235744" y="8954"/>
                      <a:pt x="232892" y="4386"/>
                      <a:pt x="228393" y="2190"/>
                    </a:cubicBezTo>
                    <a:close/>
                    <a:moveTo>
                      <a:pt x="26194" y="118735"/>
                    </a:moveTo>
                    <a:lnTo>
                      <a:pt x="91678" y="118735"/>
                    </a:lnTo>
                    <a:lnTo>
                      <a:pt x="91678" y="223510"/>
                    </a:lnTo>
                    <a:lnTo>
                      <a:pt x="26194" y="223510"/>
                    </a:lnTo>
                    <a:close/>
                    <a:moveTo>
                      <a:pt x="209550" y="301502"/>
                    </a:moveTo>
                    <a:lnTo>
                      <a:pt x="117872" y="230206"/>
                    </a:lnTo>
                    <a:lnTo>
                      <a:pt x="117872" y="112040"/>
                    </a:lnTo>
                    <a:lnTo>
                      <a:pt x="209550" y="40743"/>
                    </a:lnTo>
                    <a:close/>
                    <a:moveTo>
                      <a:pt x="297954" y="127838"/>
                    </a:moveTo>
                    <a:cubicBezTo>
                      <a:pt x="319748" y="152579"/>
                      <a:pt x="319748" y="189666"/>
                      <a:pt x="297954" y="214408"/>
                    </a:cubicBezTo>
                    <a:cubicBezTo>
                      <a:pt x="293140" y="219698"/>
                      <a:pt x="284972" y="220147"/>
                      <a:pt x="279606" y="215417"/>
                    </a:cubicBezTo>
                    <a:cubicBezTo>
                      <a:pt x="274241" y="210686"/>
                      <a:pt x="273663" y="202526"/>
                      <a:pt x="278309" y="197087"/>
                    </a:cubicBezTo>
                    <a:cubicBezTo>
                      <a:pt x="291378" y="182244"/>
                      <a:pt x="291378" y="160001"/>
                      <a:pt x="278309" y="145158"/>
                    </a:cubicBezTo>
                    <a:cubicBezTo>
                      <a:pt x="273663" y="139719"/>
                      <a:pt x="274241" y="131559"/>
                      <a:pt x="279606" y="126829"/>
                    </a:cubicBezTo>
                    <a:cubicBezTo>
                      <a:pt x="284972" y="122099"/>
                      <a:pt x="293140" y="122548"/>
                      <a:pt x="297954" y="127838"/>
                    </a:cubicBezTo>
                    <a:close/>
                    <a:moveTo>
                      <a:pt x="379809" y="171123"/>
                    </a:moveTo>
                    <a:cubicBezTo>
                      <a:pt x="379828" y="203344"/>
                      <a:pt x="367953" y="234439"/>
                      <a:pt x="346461" y="258446"/>
                    </a:cubicBezTo>
                    <a:cubicBezTo>
                      <a:pt x="341607" y="263699"/>
                      <a:pt x="333437" y="264086"/>
                      <a:pt x="328108" y="259316"/>
                    </a:cubicBezTo>
                    <a:cubicBezTo>
                      <a:pt x="322779" y="254545"/>
                      <a:pt x="322262" y="246382"/>
                      <a:pt x="326947" y="240978"/>
                    </a:cubicBezTo>
                    <a:cubicBezTo>
                      <a:pt x="362518" y="201206"/>
                      <a:pt x="362518" y="141056"/>
                      <a:pt x="326947" y="101284"/>
                    </a:cubicBezTo>
                    <a:cubicBezTo>
                      <a:pt x="323738" y="97811"/>
                      <a:pt x="322649" y="92878"/>
                      <a:pt x="324100" y="88377"/>
                    </a:cubicBezTo>
                    <a:cubicBezTo>
                      <a:pt x="325550" y="83876"/>
                      <a:pt x="329315" y="80507"/>
                      <a:pt x="333948" y="79562"/>
                    </a:cubicBezTo>
                    <a:cubicBezTo>
                      <a:pt x="338581" y="78617"/>
                      <a:pt x="343364" y="80243"/>
                      <a:pt x="346461" y="83816"/>
                    </a:cubicBezTo>
                    <a:cubicBezTo>
                      <a:pt x="367959" y="107813"/>
                      <a:pt x="379835" y="138905"/>
                      <a:pt x="379809" y="171123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37495" y="27746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能说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44162" y="31170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功放与扬声器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990109" y="3911459"/>
            <a:ext cx="1292729" cy="653397"/>
            <a:chOff x="9990109" y="3911459"/>
            <a:chExt cx="1292729" cy="653397"/>
          </a:xfrm>
        </p:grpSpPr>
        <p:grpSp>
          <p:nvGrpSpPr>
            <p:cNvPr id="32" name="Group 32"/>
            <p:cNvGrpSpPr/>
            <p:nvPr/>
          </p:nvGrpSpPr>
          <p:grpSpPr>
            <a:xfrm>
              <a:off x="9990109" y="3911459"/>
              <a:ext cx="288671" cy="367648"/>
              <a:chOff x="9990109" y="3911459"/>
              <a:chExt cx="288671" cy="367648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0003238" y="3924639"/>
                <a:ext cx="262366" cy="288983"/>
              </a:xfrm>
              <a:custGeom>
                <a:avLst/>
                <a:gdLst/>
                <a:ahLst/>
                <a:cxnLst/>
                <a:rect l="l" t="t" r="r" b="b"/>
                <a:pathLst>
                  <a:path w="262366" h="288983">
                    <a:moveTo>
                      <a:pt x="262330" y="131820"/>
                    </a:moveTo>
                    <a:cubicBezTo>
                      <a:pt x="262366" y="172030"/>
                      <a:pt x="243896" y="210019"/>
                      <a:pt x="212251" y="234827"/>
                    </a:cubicBezTo>
                    <a:cubicBezTo>
                      <a:pt x="202587" y="242317"/>
                      <a:pt x="196906" y="253836"/>
                      <a:pt x="196846" y="266063"/>
                    </a:cubicBezTo>
                    <a:lnTo>
                      <a:pt x="196846" y="275886"/>
                    </a:lnTo>
                    <a:cubicBezTo>
                      <a:pt x="196846" y="283119"/>
                      <a:pt x="190982" y="288983"/>
                      <a:pt x="183749" y="288983"/>
                    </a:cubicBezTo>
                    <a:lnTo>
                      <a:pt x="78974" y="288983"/>
                    </a:lnTo>
                    <a:cubicBezTo>
                      <a:pt x="71741" y="288983"/>
                      <a:pt x="65877" y="283119"/>
                      <a:pt x="65877" y="275886"/>
                    </a:cubicBezTo>
                    <a:lnTo>
                      <a:pt x="65877" y="266063"/>
                    </a:lnTo>
                    <a:cubicBezTo>
                      <a:pt x="65865" y="253903"/>
                      <a:pt x="60248" y="242428"/>
                      <a:pt x="50652" y="234958"/>
                    </a:cubicBezTo>
                    <a:cubicBezTo>
                      <a:pt x="19108" y="210316"/>
                      <a:pt x="589" y="172584"/>
                      <a:pt x="393" y="132557"/>
                    </a:cubicBezTo>
                    <a:cubicBezTo>
                      <a:pt x="0" y="61572"/>
                      <a:pt x="57233" y="2488"/>
                      <a:pt x="128202" y="851"/>
                    </a:cubicBezTo>
                    <a:cubicBezTo>
                      <a:pt x="163481" y="0"/>
                      <a:pt x="197611" y="13422"/>
                      <a:pt x="222860" y="38076"/>
                    </a:cubicBezTo>
                    <a:cubicBezTo>
                      <a:pt x="248109" y="62730"/>
                      <a:pt x="262341" y="96531"/>
                      <a:pt x="262330" y="131820"/>
                    </a:cubicBezTo>
                    <a:close/>
                  </a:path>
                </a:pathLst>
              </a:custGeom>
              <a:solidFill>
                <a:srgbClr val="E0A63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990109" y="3911459"/>
                <a:ext cx="288671" cy="367648"/>
              </a:xfrm>
              <a:custGeom>
                <a:avLst/>
                <a:gdLst/>
                <a:ahLst/>
                <a:cxnLst/>
                <a:rect l="l" t="t" r="r" b="b"/>
                <a:pathLst>
                  <a:path w="288671" h="367648">
                    <a:moveTo>
                      <a:pt x="223073" y="354551"/>
                    </a:moveTo>
                    <a:cubicBezTo>
                      <a:pt x="223073" y="361784"/>
                      <a:pt x="217209" y="367648"/>
                      <a:pt x="209976" y="367648"/>
                    </a:cubicBezTo>
                    <a:lnTo>
                      <a:pt x="79007" y="367648"/>
                    </a:lnTo>
                    <a:cubicBezTo>
                      <a:pt x="71774" y="367648"/>
                      <a:pt x="65910" y="361784"/>
                      <a:pt x="65910" y="354551"/>
                    </a:cubicBezTo>
                    <a:cubicBezTo>
                      <a:pt x="65910" y="347318"/>
                      <a:pt x="71774" y="341454"/>
                      <a:pt x="79007" y="341454"/>
                    </a:cubicBezTo>
                    <a:lnTo>
                      <a:pt x="209976" y="341454"/>
                    </a:lnTo>
                    <a:cubicBezTo>
                      <a:pt x="217209" y="341454"/>
                      <a:pt x="223073" y="347318"/>
                      <a:pt x="223073" y="354551"/>
                    </a:cubicBezTo>
                    <a:close/>
                    <a:moveTo>
                      <a:pt x="288557" y="145001"/>
                    </a:moveTo>
                    <a:cubicBezTo>
                      <a:pt x="288671" y="189245"/>
                      <a:pt x="268346" y="231061"/>
                      <a:pt x="233485" y="258305"/>
                    </a:cubicBezTo>
                    <a:cubicBezTo>
                      <a:pt x="226966" y="263302"/>
                      <a:pt x="223123" y="271031"/>
                      <a:pt x="223073" y="279244"/>
                    </a:cubicBezTo>
                    <a:lnTo>
                      <a:pt x="223073" y="289066"/>
                    </a:lnTo>
                    <a:cubicBezTo>
                      <a:pt x="223073" y="303533"/>
                      <a:pt x="211345" y="315260"/>
                      <a:pt x="196879" y="315260"/>
                    </a:cubicBezTo>
                    <a:lnTo>
                      <a:pt x="92104" y="315260"/>
                    </a:lnTo>
                    <a:cubicBezTo>
                      <a:pt x="77637" y="315260"/>
                      <a:pt x="65910" y="303533"/>
                      <a:pt x="65910" y="289066"/>
                    </a:cubicBezTo>
                    <a:lnTo>
                      <a:pt x="65910" y="279244"/>
                    </a:lnTo>
                    <a:cubicBezTo>
                      <a:pt x="65905" y="271128"/>
                      <a:pt x="62138" y="263474"/>
                      <a:pt x="55711" y="258518"/>
                    </a:cubicBezTo>
                    <a:cubicBezTo>
                      <a:pt x="20941" y="231438"/>
                      <a:pt x="554" y="189874"/>
                      <a:pt x="426" y="145803"/>
                    </a:cubicBezTo>
                    <a:cubicBezTo>
                      <a:pt x="0" y="67778"/>
                      <a:pt x="63061" y="2801"/>
                      <a:pt x="141021" y="935"/>
                    </a:cubicBezTo>
                    <a:cubicBezTo>
                      <a:pt x="179827" y="0"/>
                      <a:pt x="217369" y="14764"/>
                      <a:pt x="245141" y="41884"/>
                    </a:cubicBezTo>
                    <a:cubicBezTo>
                      <a:pt x="272914" y="69004"/>
                      <a:pt x="288568" y="106183"/>
                      <a:pt x="288557" y="145001"/>
                    </a:cubicBezTo>
                    <a:close/>
                    <a:moveTo>
                      <a:pt x="262363" y="145001"/>
                    </a:moveTo>
                    <a:cubicBezTo>
                      <a:pt x="262372" y="113239"/>
                      <a:pt x="249564" y="82818"/>
                      <a:pt x="226838" y="60629"/>
                    </a:cubicBezTo>
                    <a:cubicBezTo>
                      <a:pt x="204113" y="38440"/>
                      <a:pt x="173395" y="26361"/>
                      <a:pt x="141643" y="27129"/>
                    </a:cubicBezTo>
                    <a:cubicBezTo>
                      <a:pt x="77795" y="28635"/>
                      <a:pt x="26276" y="81792"/>
                      <a:pt x="26619" y="145639"/>
                    </a:cubicBezTo>
                    <a:cubicBezTo>
                      <a:pt x="26741" y="181683"/>
                      <a:pt x="43426" y="215669"/>
                      <a:pt x="71869" y="237809"/>
                    </a:cubicBezTo>
                    <a:cubicBezTo>
                      <a:pt x="84657" y="247750"/>
                      <a:pt x="92127" y="263047"/>
                      <a:pt x="92104" y="279244"/>
                    </a:cubicBezTo>
                    <a:lnTo>
                      <a:pt x="92104" y="289066"/>
                    </a:lnTo>
                    <a:lnTo>
                      <a:pt x="196879" y="289066"/>
                    </a:lnTo>
                    <a:lnTo>
                      <a:pt x="196879" y="279244"/>
                    </a:lnTo>
                    <a:cubicBezTo>
                      <a:pt x="196916" y="263001"/>
                      <a:pt x="204450" y="247686"/>
                      <a:pt x="217294" y="237743"/>
                    </a:cubicBezTo>
                    <a:cubicBezTo>
                      <a:pt x="245828" y="215444"/>
                      <a:pt x="262462" y="181215"/>
                      <a:pt x="262363" y="145001"/>
                    </a:cubicBezTo>
                    <a:close/>
                    <a:moveTo>
                      <a:pt x="235989" y="129710"/>
                    </a:moveTo>
                    <a:cubicBezTo>
                      <a:pt x="229034" y="90859"/>
                      <a:pt x="198618" y="60450"/>
                      <a:pt x="159766" y="53503"/>
                    </a:cubicBezTo>
                    <a:cubicBezTo>
                      <a:pt x="152632" y="52300"/>
                      <a:pt x="145874" y="57108"/>
                      <a:pt x="144671" y="64242"/>
                    </a:cubicBezTo>
                    <a:cubicBezTo>
                      <a:pt x="143469" y="71376"/>
                      <a:pt x="148277" y="78134"/>
                      <a:pt x="155411" y="79336"/>
                    </a:cubicBezTo>
                    <a:cubicBezTo>
                      <a:pt x="182538" y="83904"/>
                      <a:pt x="205555" y="106922"/>
                      <a:pt x="210156" y="134098"/>
                    </a:cubicBezTo>
                    <a:cubicBezTo>
                      <a:pt x="211226" y="140396"/>
                      <a:pt x="216684" y="145003"/>
                      <a:pt x="223073" y="145001"/>
                    </a:cubicBezTo>
                    <a:cubicBezTo>
                      <a:pt x="223813" y="144996"/>
                      <a:pt x="224551" y="144936"/>
                      <a:pt x="225283" y="144821"/>
                    </a:cubicBezTo>
                    <a:cubicBezTo>
                      <a:pt x="232411" y="143604"/>
                      <a:pt x="237204" y="136839"/>
                      <a:pt x="235989" y="129710"/>
                    </a:cubicBezTo>
                    <a:close/>
                  </a:path>
                </a:pathLst>
              </a:custGeom>
              <a:solidFill>
                <a:srgbClr val="E0A636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37495" y="39938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能亮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44162" y="4336256"/>
              <a:ext cx="8386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5 颗 WS2812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266950" y="5410200"/>
            <a:ext cx="7658100" cy="685800"/>
            <a:chOff x="2266950" y="5410200"/>
            <a:chExt cx="7658100" cy="685800"/>
          </a:xfrm>
        </p:grpSpPr>
        <p:sp>
          <p:nvSpPr>
            <p:cNvPr id="36" name="Rectangle 36"/>
            <p:cNvSpPr/>
            <p:nvPr/>
          </p:nvSpPr>
          <p:spPr>
            <a:xfrm>
              <a:off x="2266950" y="5410200"/>
              <a:ext cx="7658100" cy="685800"/>
            </a:xfrm>
            <a:prstGeom prst="roundRect">
              <a:avLst>
                <a:gd name="adj" fmla="val 11111"/>
              </a:avLst>
            </a:prstGeom>
            <a:solidFill>
              <a:srgbClr val="19211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337353" y="5670232"/>
              <a:ext cx="551729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再加上 USB、蓝牙和 Wi-Fi，它就能和电脑一起工作。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12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7" grpId="0"/>
      <p:bldP spid="23" grpId="0"/>
      <p:bldP spid="29" grpId="0"/>
      <p:bldP spid="35" grpId="0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568642"/>
            <a:ext cx="446193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3F5F3"/>
                </a:solidFill>
                <a:latin typeface="Arial Black"/>
                <a:ea typeface="Microsoft YaHei"/>
                <a:cs typeface="Arial Black"/>
              </a:rPr>
              <a:t>音频链路用到了这些硬件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09600" y="1317427"/>
            <a:ext cx="10972800" cy="2946797"/>
            <a:chOff x="609600" y="1317427"/>
            <a:chExt cx="10972800" cy="2946797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317427"/>
              <a:ext cx="5238750" cy="2946797"/>
            </a:xfrm>
            <a:prstGeom prst="rect">
              <a:avLst/>
            </a:prstGeom>
          </p:spPr>
        </p:pic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43650" y="1317427"/>
              <a:ext cx="5238750" cy="2946797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925830" y="4954905"/>
            <a:ext cx="9635490" cy="802957"/>
            <a:chOff x="925830" y="4954905"/>
            <a:chExt cx="9635490" cy="802957"/>
          </a:xfrm>
        </p:grpSpPr>
        <p:sp>
          <p:nvSpPr>
            <p:cNvPr id="7" name="TextBox 7"/>
            <p:cNvSpPr txBox="1"/>
            <p:nvPr/>
          </p:nvSpPr>
          <p:spPr>
            <a:xfrm>
              <a:off x="925830" y="4954905"/>
              <a:ext cx="92074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PSRAM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421380" y="4954905"/>
              <a:ext cx="145001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Wi-Fi 音频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450330" y="49549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A636"/>
                  </a:solidFill>
                  <a:latin typeface="Arial"/>
                  <a:ea typeface="Microsoft YaHei"/>
                  <a:cs typeface="Arial"/>
                </a:rPr>
                <a:t>数字功放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93530" y="4954905"/>
              <a:ext cx="93545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扬声器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1545" y="5422582"/>
              <a:ext cx="1142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放音频缓冲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27095" y="5422582"/>
              <a:ext cx="146108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和 Mac 传声音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56045" y="5422582"/>
              <a:ext cx="1142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驱动扬声器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199245" y="5422582"/>
              <a:ext cx="1362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播报任务结果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13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847725" y="1062038"/>
            <a:ext cx="6422291" cy="1114424"/>
            <a:chOff x="847725" y="1062038"/>
            <a:chExt cx="6422291" cy="1114424"/>
          </a:xfrm>
        </p:grpSpPr>
        <p:sp>
          <p:nvSpPr>
            <p:cNvPr id="3" name="TextBox 3"/>
            <p:cNvSpPr txBox="1"/>
            <p:nvPr/>
          </p:nvSpPr>
          <p:spPr>
            <a:xfrm>
              <a:off x="847725" y="1062038"/>
              <a:ext cx="642229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第一版先把本地 Wi-Fi 跑通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74395" y="1841182"/>
              <a:ext cx="60816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键盘和 Mac 在同一个网络里，先把声音、状态和播放做扎实。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981200" y="3219450"/>
            <a:ext cx="8229600" cy="2128838"/>
            <a:chOff x="1981200" y="3219450"/>
            <a:chExt cx="8229600" cy="2128838"/>
          </a:xfrm>
        </p:grpSpPr>
        <p:sp>
          <p:nvSpPr>
            <p:cNvPr id="6" name="Ellipse 6"/>
            <p:cNvSpPr/>
            <p:nvPr/>
          </p:nvSpPr>
          <p:spPr>
            <a:xfrm>
              <a:off x="1981200" y="3219450"/>
              <a:ext cx="1562100" cy="1562100"/>
            </a:xfrm>
            <a:prstGeom prst="ellipse">
              <a:avLst/>
            </a:prstGeom>
            <a:solidFill>
              <a:srgbClr val="19211F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2428875" y="3762375"/>
              <a:ext cx="666750" cy="476250"/>
              <a:chOff x="2428875" y="3762375"/>
              <a:chExt cx="666750" cy="4762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2452672" y="3786172"/>
                <a:ext cx="619141" cy="428597"/>
              </a:xfrm>
              <a:custGeom>
                <a:avLst/>
                <a:gdLst/>
                <a:ahLst/>
                <a:cxnLst/>
                <a:rect l="l" t="t" r="r" b="b"/>
                <a:pathLst>
                  <a:path w="619141" h="428597">
                    <a:moveTo>
                      <a:pt x="619141" y="25287"/>
                    </a:moveTo>
                    <a:lnTo>
                      <a:pt x="619141" y="403310"/>
                    </a:lnTo>
                    <a:cubicBezTo>
                      <a:pt x="619141" y="410013"/>
                      <a:pt x="616478" y="416440"/>
                      <a:pt x="611739" y="421180"/>
                    </a:cubicBezTo>
                    <a:cubicBezTo>
                      <a:pt x="607000" y="425919"/>
                      <a:pt x="600572" y="428581"/>
                      <a:pt x="593870" y="428581"/>
                    </a:cubicBezTo>
                    <a:lnTo>
                      <a:pt x="25346" y="428581"/>
                    </a:lnTo>
                    <a:cubicBezTo>
                      <a:pt x="18644" y="428597"/>
                      <a:pt x="12210" y="425950"/>
                      <a:pt x="7460" y="421222"/>
                    </a:cubicBezTo>
                    <a:cubicBezTo>
                      <a:pt x="2709" y="416494"/>
                      <a:pt x="32" y="410072"/>
                      <a:pt x="16" y="403370"/>
                    </a:cubicBezTo>
                    <a:lnTo>
                      <a:pt x="16" y="25346"/>
                    </a:lnTo>
                    <a:cubicBezTo>
                      <a:pt x="0" y="18634"/>
                      <a:pt x="2655" y="12191"/>
                      <a:pt x="7396" y="7439"/>
                    </a:cubicBezTo>
                    <a:cubicBezTo>
                      <a:pt x="12137" y="2686"/>
                      <a:pt x="18574" y="16"/>
                      <a:pt x="25287" y="16"/>
                    </a:cubicBezTo>
                    <a:lnTo>
                      <a:pt x="593810" y="16"/>
                    </a:lnTo>
                    <a:cubicBezTo>
                      <a:pt x="600523" y="0"/>
                      <a:pt x="606966" y="2655"/>
                      <a:pt x="611718" y="7396"/>
                    </a:cubicBezTo>
                    <a:cubicBezTo>
                      <a:pt x="616470" y="12137"/>
                      <a:pt x="619141" y="18574"/>
                      <a:pt x="619141" y="25287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428875" y="3762375"/>
                <a:ext cx="6667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66750" h="476250">
                    <a:moveTo>
                      <a:pt x="617667" y="0"/>
                    </a:moveTo>
                    <a:lnTo>
                      <a:pt x="49143" y="0"/>
                    </a:lnTo>
                    <a:cubicBezTo>
                      <a:pt x="22025" y="0"/>
                      <a:pt x="33" y="21966"/>
                      <a:pt x="0" y="49084"/>
                    </a:cubicBezTo>
                    <a:lnTo>
                      <a:pt x="0" y="427107"/>
                    </a:lnTo>
                    <a:cubicBezTo>
                      <a:pt x="0" y="454225"/>
                      <a:pt x="21966" y="476217"/>
                      <a:pt x="49084" y="476250"/>
                    </a:cubicBezTo>
                    <a:lnTo>
                      <a:pt x="617607" y="476250"/>
                    </a:lnTo>
                    <a:cubicBezTo>
                      <a:pt x="644725" y="476250"/>
                      <a:pt x="666717" y="454284"/>
                      <a:pt x="666750" y="427167"/>
                    </a:cubicBezTo>
                    <a:lnTo>
                      <a:pt x="666750" y="49143"/>
                    </a:lnTo>
                    <a:cubicBezTo>
                      <a:pt x="666750" y="22025"/>
                      <a:pt x="644784" y="33"/>
                      <a:pt x="617667" y="0"/>
                    </a:cubicBezTo>
                    <a:close/>
                    <a:moveTo>
                      <a:pt x="619125" y="427167"/>
                    </a:moveTo>
                    <a:cubicBezTo>
                      <a:pt x="619125" y="427553"/>
                      <a:pt x="618971" y="427924"/>
                      <a:pt x="618698" y="428198"/>
                    </a:cubicBezTo>
                    <a:cubicBezTo>
                      <a:pt x="618424" y="428471"/>
                      <a:pt x="618053" y="428625"/>
                      <a:pt x="617667" y="428625"/>
                    </a:cubicBezTo>
                    <a:lnTo>
                      <a:pt x="49143" y="428625"/>
                    </a:lnTo>
                    <a:cubicBezTo>
                      <a:pt x="48756" y="428625"/>
                      <a:pt x="48385" y="428471"/>
                      <a:pt x="48112" y="428198"/>
                    </a:cubicBezTo>
                    <a:cubicBezTo>
                      <a:pt x="47838" y="427924"/>
                      <a:pt x="47685" y="427553"/>
                      <a:pt x="47685" y="427167"/>
                    </a:cubicBezTo>
                    <a:lnTo>
                      <a:pt x="47685" y="49143"/>
                    </a:lnTo>
                    <a:cubicBezTo>
                      <a:pt x="47685" y="48338"/>
                      <a:pt x="48338" y="47685"/>
                      <a:pt x="49143" y="47685"/>
                    </a:cubicBezTo>
                    <a:lnTo>
                      <a:pt x="617667" y="47685"/>
                    </a:lnTo>
                    <a:cubicBezTo>
                      <a:pt x="618053" y="47685"/>
                      <a:pt x="618424" y="47838"/>
                      <a:pt x="618698" y="48112"/>
                    </a:cubicBezTo>
                    <a:cubicBezTo>
                      <a:pt x="618971" y="48385"/>
                      <a:pt x="619125" y="48756"/>
                      <a:pt x="619125" y="49143"/>
                    </a:cubicBezTo>
                    <a:close/>
                    <a:moveTo>
                      <a:pt x="571500" y="238125"/>
                    </a:moveTo>
                    <a:cubicBezTo>
                      <a:pt x="571500" y="251276"/>
                      <a:pt x="560839" y="261938"/>
                      <a:pt x="547688" y="261938"/>
                    </a:cubicBezTo>
                    <a:lnTo>
                      <a:pt x="119063" y="261938"/>
                    </a:lnTo>
                    <a:cubicBezTo>
                      <a:pt x="105911" y="261938"/>
                      <a:pt x="95250" y="251276"/>
                      <a:pt x="95250" y="238125"/>
                    </a:cubicBezTo>
                    <a:cubicBezTo>
                      <a:pt x="95250" y="224974"/>
                      <a:pt x="105911" y="214313"/>
                      <a:pt x="119063" y="214313"/>
                    </a:cubicBezTo>
                    <a:lnTo>
                      <a:pt x="547688" y="214313"/>
                    </a:lnTo>
                    <a:cubicBezTo>
                      <a:pt x="560839" y="214313"/>
                      <a:pt x="571500" y="224974"/>
                      <a:pt x="571500" y="238125"/>
                    </a:cubicBezTo>
                    <a:close/>
                    <a:moveTo>
                      <a:pt x="571500" y="142875"/>
                    </a:moveTo>
                    <a:cubicBezTo>
                      <a:pt x="571500" y="156026"/>
                      <a:pt x="560839" y="166688"/>
                      <a:pt x="547688" y="166688"/>
                    </a:cubicBezTo>
                    <a:lnTo>
                      <a:pt x="119063" y="166688"/>
                    </a:lnTo>
                    <a:cubicBezTo>
                      <a:pt x="105911" y="166688"/>
                      <a:pt x="95250" y="156026"/>
                      <a:pt x="95250" y="142875"/>
                    </a:cubicBezTo>
                    <a:cubicBezTo>
                      <a:pt x="95250" y="129724"/>
                      <a:pt x="105911" y="119063"/>
                      <a:pt x="119063" y="119063"/>
                    </a:cubicBezTo>
                    <a:lnTo>
                      <a:pt x="547688" y="119063"/>
                    </a:lnTo>
                    <a:cubicBezTo>
                      <a:pt x="560839" y="119063"/>
                      <a:pt x="571500" y="129724"/>
                      <a:pt x="571500" y="142875"/>
                    </a:cubicBezTo>
                    <a:close/>
                    <a:moveTo>
                      <a:pt x="166688" y="333375"/>
                    </a:moveTo>
                    <a:cubicBezTo>
                      <a:pt x="166688" y="346526"/>
                      <a:pt x="156026" y="357188"/>
                      <a:pt x="142875" y="357188"/>
                    </a:cubicBezTo>
                    <a:lnTo>
                      <a:pt x="119063" y="357188"/>
                    </a:lnTo>
                    <a:cubicBezTo>
                      <a:pt x="105911" y="357188"/>
                      <a:pt x="95250" y="346526"/>
                      <a:pt x="95250" y="333375"/>
                    </a:cubicBezTo>
                    <a:cubicBezTo>
                      <a:pt x="95250" y="320224"/>
                      <a:pt x="105911" y="309563"/>
                      <a:pt x="119063" y="309563"/>
                    </a:cubicBezTo>
                    <a:lnTo>
                      <a:pt x="142875" y="309563"/>
                    </a:lnTo>
                    <a:cubicBezTo>
                      <a:pt x="156026" y="309563"/>
                      <a:pt x="166688" y="320224"/>
                      <a:pt x="166688" y="333375"/>
                    </a:cubicBezTo>
                    <a:close/>
                    <a:moveTo>
                      <a:pt x="452438" y="333375"/>
                    </a:moveTo>
                    <a:cubicBezTo>
                      <a:pt x="452438" y="346526"/>
                      <a:pt x="441776" y="357188"/>
                      <a:pt x="428625" y="357188"/>
                    </a:cubicBezTo>
                    <a:lnTo>
                      <a:pt x="238125" y="357188"/>
                    </a:lnTo>
                    <a:cubicBezTo>
                      <a:pt x="224974" y="357188"/>
                      <a:pt x="214313" y="346526"/>
                      <a:pt x="214313" y="333375"/>
                    </a:cubicBezTo>
                    <a:cubicBezTo>
                      <a:pt x="214313" y="320224"/>
                      <a:pt x="224974" y="309563"/>
                      <a:pt x="238125" y="309563"/>
                    </a:cubicBezTo>
                    <a:lnTo>
                      <a:pt x="428625" y="309563"/>
                    </a:lnTo>
                    <a:cubicBezTo>
                      <a:pt x="441776" y="309563"/>
                      <a:pt x="452438" y="320224"/>
                      <a:pt x="452438" y="333375"/>
                    </a:cubicBezTo>
                    <a:close/>
                    <a:moveTo>
                      <a:pt x="571500" y="333375"/>
                    </a:moveTo>
                    <a:cubicBezTo>
                      <a:pt x="571500" y="346526"/>
                      <a:pt x="560839" y="357188"/>
                      <a:pt x="547688" y="357188"/>
                    </a:cubicBezTo>
                    <a:lnTo>
                      <a:pt x="523875" y="357188"/>
                    </a:lnTo>
                    <a:cubicBezTo>
                      <a:pt x="510724" y="357188"/>
                      <a:pt x="500063" y="346526"/>
                      <a:pt x="500063" y="333375"/>
                    </a:cubicBezTo>
                    <a:cubicBezTo>
                      <a:pt x="500063" y="320224"/>
                      <a:pt x="510724" y="309563"/>
                      <a:pt x="523875" y="309563"/>
                    </a:cubicBezTo>
                    <a:lnTo>
                      <a:pt x="547688" y="309563"/>
                    </a:lnTo>
                    <a:cubicBezTo>
                      <a:pt x="560839" y="309563"/>
                      <a:pt x="571500" y="320224"/>
                      <a:pt x="571500" y="333375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0" name="Ellipse 10"/>
            <p:cNvSpPr/>
            <p:nvPr/>
          </p:nvSpPr>
          <p:spPr>
            <a:xfrm>
              <a:off x="5314950" y="3219450"/>
              <a:ext cx="1562100" cy="1562100"/>
            </a:xfrm>
            <a:prstGeom prst="ellipse">
              <a:avLst/>
            </a:prstGeom>
            <a:solidFill>
              <a:srgbClr val="2D7D9A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5737627" y="3702363"/>
              <a:ext cx="716714" cy="583958"/>
              <a:chOff x="5737627" y="3702363"/>
              <a:chExt cx="716714" cy="58395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762042" y="3702363"/>
                <a:ext cx="667917" cy="560085"/>
              </a:xfrm>
              <a:custGeom>
                <a:avLst/>
                <a:gdLst/>
                <a:ahLst/>
                <a:cxnLst/>
                <a:rect l="l" t="t" r="r" b="b"/>
                <a:pathLst>
                  <a:path w="667917" h="560085">
                    <a:moveTo>
                      <a:pt x="661976" y="178151"/>
                    </a:moveTo>
                    <a:lnTo>
                      <a:pt x="352413" y="551502"/>
                    </a:lnTo>
                    <a:cubicBezTo>
                      <a:pt x="347889" y="556940"/>
                      <a:pt x="341181" y="560085"/>
                      <a:pt x="334107" y="560085"/>
                    </a:cubicBezTo>
                    <a:cubicBezTo>
                      <a:pt x="327033" y="560085"/>
                      <a:pt x="320326" y="556940"/>
                      <a:pt x="315801" y="551502"/>
                    </a:cubicBezTo>
                    <a:lnTo>
                      <a:pt x="5941" y="178151"/>
                    </a:lnTo>
                    <a:cubicBezTo>
                      <a:pt x="1881" y="173270"/>
                      <a:pt x="0" y="166938"/>
                      <a:pt x="737" y="160632"/>
                    </a:cubicBezTo>
                    <a:cubicBezTo>
                      <a:pt x="1474" y="154326"/>
                      <a:pt x="4764" y="148598"/>
                      <a:pt x="9841" y="144784"/>
                    </a:cubicBezTo>
                    <a:cubicBezTo>
                      <a:pt x="201666" y="0"/>
                      <a:pt x="466251" y="0"/>
                      <a:pt x="658076" y="144784"/>
                    </a:cubicBezTo>
                    <a:cubicBezTo>
                      <a:pt x="663153" y="148598"/>
                      <a:pt x="666443" y="154326"/>
                      <a:pt x="667180" y="160632"/>
                    </a:cubicBezTo>
                    <a:cubicBezTo>
                      <a:pt x="667917" y="166938"/>
                      <a:pt x="666036" y="173270"/>
                      <a:pt x="661976" y="178151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737627" y="3714290"/>
                <a:ext cx="716714" cy="572031"/>
              </a:xfrm>
              <a:custGeom>
                <a:avLst/>
                <a:gdLst/>
                <a:ahLst/>
                <a:cxnLst/>
                <a:rect l="l" t="t" r="r" b="b"/>
                <a:pathLst>
                  <a:path w="716714" h="572031">
                    <a:moveTo>
                      <a:pt x="715233" y="146043"/>
                    </a:moveTo>
                    <a:cubicBezTo>
                      <a:pt x="713728" y="133271"/>
                      <a:pt x="707100" y="121658"/>
                      <a:pt x="696868" y="113867"/>
                    </a:cubicBezTo>
                    <a:cubicBezTo>
                      <a:pt x="599582" y="39861"/>
                      <a:pt x="480607" y="0"/>
                      <a:pt x="358373" y="460"/>
                    </a:cubicBezTo>
                    <a:cubicBezTo>
                      <a:pt x="236139" y="0"/>
                      <a:pt x="117164" y="39861"/>
                      <a:pt x="19878" y="113867"/>
                    </a:cubicBezTo>
                    <a:cubicBezTo>
                      <a:pt x="9646" y="121658"/>
                      <a:pt x="3018" y="133271"/>
                      <a:pt x="1513" y="146043"/>
                    </a:cubicBezTo>
                    <a:cubicBezTo>
                      <a:pt x="0" y="158788"/>
                      <a:pt x="3812" y="171593"/>
                      <a:pt x="12050" y="181435"/>
                    </a:cubicBezTo>
                    <a:lnTo>
                      <a:pt x="321613" y="554785"/>
                    </a:lnTo>
                    <a:cubicBezTo>
                      <a:pt x="330674" y="565728"/>
                      <a:pt x="344165" y="572031"/>
                      <a:pt x="358373" y="571960"/>
                    </a:cubicBezTo>
                    <a:lnTo>
                      <a:pt x="358373" y="571960"/>
                    </a:lnTo>
                    <a:cubicBezTo>
                      <a:pt x="372539" y="571996"/>
                      <a:pt x="385980" y="565696"/>
                      <a:pt x="395015" y="554785"/>
                    </a:cubicBezTo>
                    <a:lnTo>
                      <a:pt x="704577" y="181435"/>
                    </a:lnTo>
                    <a:cubicBezTo>
                      <a:pt x="712858" y="171612"/>
                      <a:pt x="716714" y="158805"/>
                      <a:pt x="715233" y="146043"/>
                    </a:cubicBezTo>
                    <a:close/>
                    <a:moveTo>
                      <a:pt x="358373" y="524335"/>
                    </a:moveTo>
                    <a:lnTo>
                      <a:pt x="49079" y="151491"/>
                    </a:lnTo>
                    <a:cubicBezTo>
                      <a:pt x="138020" y="83985"/>
                      <a:pt x="246716" y="47645"/>
                      <a:pt x="358373" y="48085"/>
                    </a:cubicBezTo>
                    <a:cubicBezTo>
                      <a:pt x="470031" y="47645"/>
                      <a:pt x="578726" y="83985"/>
                      <a:pt x="667668" y="151491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4" name="Ellipse 14"/>
            <p:cNvSpPr/>
            <p:nvPr/>
          </p:nvSpPr>
          <p:spPr>
            <a:xfrm>
              <a:off x="8648700" y="3219450"/>
              <a:ext cx="1562100" cy="1562100"/>
            </a:xfrm>
            <a:prstGeom prst="ellipse">
              <a:avLst/>
            </a:prstGeom>
            <a:solidFill>
              <a:srgbClr val="1E9668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9120188" y="3738562"/>
              <a:ext cx="619125" cy="571500"/>
              <a:chOff x="9120188" y="3738562"/>
              <a:chExt cx="619125" cy="5715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9144000" y="3762375"/>
                <a:ext cx="571500" cy="309562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309562">
                    <a:moveTo>
                      <a:pt x="571500" y="47625"/>
                    </a:moveTo>
                    <a:lnTo>
                      <a:pt x="571500" y="309562"/>
                    </a:lnTo>
                    <a:lnTo>
                      <a:pt x="0" y="309562"/>
                    </a:ln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523875" y="0"/>
                    </a:lnTo>
                    <a:cubicBezTo>
                      <a:pt x="550178" y="0"/>
                      <a:pt x="571500" y="21322"/>
                      <a:pt x="571500" y="47625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120188" y="3738562"/>
                <a:ext cx="6191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619125" h="571500">
                    <a:moveTo>
                      <a:pt x="547688" y="0"/>
                    </a:moveTo>
                    <a:lnTo>
                      <a:pt x="71438" y="0"/>
                    </a:lnTo>
                    <a:cubicBezTo>
                      <a:pt x="31984" y="0"/>
                      <a:pt x="0" y="31984"/>
                      <a:pt x="0" y="71438"/>
                    </a:cubicBezTo>
                    <a:lnTo>
                      <a:pt x="0" y="404812"/>
                    </a:lnTo>
                    <a:cubicBezTo>
                      <a:pt x="0" y="444266"/>
                      <a:pt x="31984" y="476250"/>
                      <a:pt x="71438" y="476250"/>
                    </a:cubicBezTo>
                    <a:lnTo>
                      <a:pt x="285750" y="476250"/>
                    </a:lnTo>
                    <a:lnTo>
                      <a:pt x="285750" y="523875"/>
                    </a:lnTo>
                    <a:lnTo>
                      <a:pt x="214312" y="523875"/>
                    </a:lnTo>
                    <a:cubicBezTo>
                      <a:pt x="201161" y="523875"/>
                      <a:pt x="190500" y="534536"/>
                      <a:pt x="190500" y="547688"/>
                    </a:cubicBezTo>
                    <a:cubicBezTo>
                      <a:pt x="190500" y="560839"/>
                      <a:pt x="201161" y="571500"/>
                      <a:pt x="214312" y="571500"/>
                    </a:cubicBezTo>
                    <a:lnTo>
                      <a:pt x="404812" y="571500"/>
                    </a:lnTo>
                    <a:cubicBezTo>
                      <a:pt x="417964" y="571500"/>
                      <a:pt x="428625" y="560839"/>
                      <a:pt x="428625" y="547688"/>
                    </a:cubicBezTo>
                    <a:cubicBezTo>
                      <a:pt x="428625" y="534536"/>
                      <a:pt x="417964" y="523875"/>
                      <a:pt x="404812" y="523875"/>
                    </a:cubicBezTo>
                    <a:lnTo>
                      <a:pt x="333375" y="523875"/>
                    </a:lnTo>
                    <a:lnTo>
                      <a:pt x="333375" y="476250"/>
                    </a:lnTo>
                    <a:lnTo>
                      <a:pt x="547688" y="476250"/>
                    </a:lnTo>
                    <a:cubicBezTo>
                      <a:pt x="587141" y="476250"/>
                      <a:pt x="619125" y="444266"/>
                      <a:pt x="619125" y="404812"/>
                    </a:cubicBezTo>
                    <a:lnTo>
                      <a:pt x="619125" y="71438"/>
                    </a:lnTo>
                    <a:cubicBezTo>
                      <a:pt x="619125" y="31984"/>
                      <a:pt x="587141" y="0"/>
                      <a:pt x="547688" y="0"/>
                    </a:cubicBezTo>
                    <a:close/>
                    <a:moveTo>
                      <a:pt x="71438" y="47625"/>
                    </a:moveTo>
                    <a:lnTo>
                      <a:pt x="547688" y="47625"/>
                    </a:lnTo>
                    <a:cubicBezTo>
                      <a:pt x="560839" y="47625"/>
                      <a:pt x="571500" y="58286"/>
                      <a:pt x="571500" y="71438"/>
                    </a:cubicBezTo>
                    <a:lnTo>
                      <a:pt x="571500" y="309562"/>
                    </a:lnTo>
                    <a:lnTo>
                      <a:pt x="47625" y="309562"/>
                    </a:lnTo>
                    <a:lnTo>
                      <a:pt x="47625" y="71438"/>
                    </a:lnTo>
                    <a:cubicBezTo>
                      <a:pt x="47625" y="58286"/>
                      <a:pt x="58286" y="47625"/>
                      <a:pt x="71438" y="47625"/>
                    </a:cubicBezTo>
                    <a:close/>
                    <a:moveTo>
                      <a:pt x="547688" y="428625"/>
                    </a:moveTo>
                    <a:lnTo>
                      <a:pt x="71438" y="428625"/>
                    </a:lnTo>
                    <a:cubicBezTo>
                      <a:pt x="58286" y="428625"/>
                      <a:pt x="47625" y="417964"/>
                      <a:pt x="47625" y="404812"/>
                    </a:cubicBezTo>
                    <a:lnTo>
                      <a:pt x="47625" y="357188"/>
                    </a:lnTo>
                    <a:lnTo>
                      <a:pt x="571500" y="357188"/>
                    </a:lnTo>
                    <a:lnTo>
                      <a:pt x="571500" y="404812"/>
                    </a:lnTo>
                    <a:cubicBezTo>
                      <a:pt x="571500" y="417964"/>
                      <a:pt x="560839" y="428625"/>
                      <a:pt x="547688" y="428625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8" name="Line 18"/>
            <p:cNvSpPr/>
            <p:nvPr/>
          </p:nvSpPr>
          <p:spPr>
            <a:xfrm>
              <a:off x="3543300" y="4000500"/>
              <a:ext cx="1771650" cy="9525"/>
            </a:xfrm>
            <a:custGeom>
              <a:avLst/>
              <a:gdLst/>
              <a:ahLst/>
              <a:cxnLst/>
              <a:rect l="l" t="t" r="r" b="b"/>
              <a:pathLst>
                <a:path w="1771650" h="9525">
                  <a:moveTo>
                    <a:pt x="0" y="0"/>
                  </a:moveTo>
                  <a:lnTo>
                    <a:pt x="1771650" y="0"/>
                  </a:lnTo>
                </a:path>
              </a:pathLst>
            </a:custGeom>
            <a:noFill/>
            <a:ln w="57150">
              <a:solidFill>
                <a:srgbClr val="2D7D9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877050" y="4000500"/>
              <a:ext cx="1771650" cy="9525"/>
            </a:xfrm>
            <a:custGeom>
              <a:avLst/>
              <a:gdLst/>
              <a:ahLst/>
              <a:cxnLst/>
              <a:rect l="l" t="t" r="r" b="b"/>
              <a:pathLst>
                <a:path w="1771650" h="9525">
                  <a:moveTo>
                    <a:pt x="0" y="0"/>
                  </a:moveTo>
                  <a:lnTo>
                    <a:pt x="1771650" y="0"/>
                  </a:lnTo>
                </a:path>
              </a:pathLst>
            </a:custGeom>
            <a:noFill/>
            <a:ln w="57150">
              <a:solidFill>
                <a:srgbClr val="1E966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565082" y="5073968"/>
              <a:ext cx="3943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键盘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38788" y="507396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同一个局域网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21056" y="5073968"/>
              <a:ext cx="8173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Mac Host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352800" y="5810250"/>
            <a:ext cx="5486400" cy="514350"/>
            <a:chOff x="3352800" y="5810250"/>
            <a:chExt cx="5486400" cy="514350"/>
          </a:xfrm>
        </p:grpSpPr>
        <p:sp>
          <p:nvSpPr>
            <p:cNvPr id="24" name="Rectangle 24"/>
            <p:cNvSpPr/>
            <p:nvPr/>
          </p:nvSpPr>
          <p:spPr>
            <a:xfrm>
              <a:off x="3352800" y="5810250"/>
              <a:ext cx="5486400" cy="51435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19050">
              <a:solidFill>
                <a:srgbClr val="D65C4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579018" y="5997892"/>
              <a:ext cx="5033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这里的“远程”是离开 Codex 窗口，不是已经完成公网遥控。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598170" y="64750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14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3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3405" y="473392"/>
            <a:ext cx="4900893" cy="779146"/>
            <a:chOff x="573405" y="473392"/>
            <a:chExt cx="4900893" cy="779146"/>
          </a:xfrm>
        </p:grpSpPr>
        <p:sp>
          <p:nvSpPr>
            <p:cNvPr id="3" name="TextBox 3"/>
            <p:cNvSpPr txBox="1"/>
            <p:nvPr/>
          </p:nvSpPr>
          <p:spPr>
            <a:xfrm>
              <a:off x="573405" y="473392"/>
              <a:ext cx="4900893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Mac App 负责绑定四个任务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97821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真实界面截图，任务名称已换成课程示例。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82930" y="1945005"/>
            <a:ext cx="3893820" cy="3627120"/>
            <a:chOff x="582930" y="1945005"/>
            <a:chExt cx="3893820" cy="3627120"/>
          </a:xfrm>
        </p:grpSpPr>
        <p:sp>
          <p:nvSpPr>
            <p:cNvPr id="6" name="TextBox 6"/>
            <p:cNvSpPr txBox="1"/>
            <p:nvPr/>
          </p:nvSpPr>
          <p:spPr>
            <a:xfrm>
              <a:off x="582930" y="1945005"/>
              <a:ext cx="299370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先选任务，再确认绑定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8645" y="2622232"/>
              <a:ext cx="186813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槽 1 对应 S1 / S5。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88645" y="3174682"/>
              <a:ext cx="29022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可查看排队数量和未听次数。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8645" y="3727132"/>
              <a:ext cx="24622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其余槽按同样方式绑定。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4514850"/>
              <a:ext cx="3867150" cy="9525"/>
            </a:xfrm>
            <a:custGeom>
              <a:avLst/>
              <a:gdLst/>
              <a:ahLst/>
              <a:cxnLst/>
              <a:rect l="l" t="t" r="r" b="b"/>
              <a:pathLst>
                <a:path w="3867150" h="9525">
                  <a:moveTo>
                    <a:pt x="0" y="0"/>
                  </a:moveTo>
                  <a:lnTo>
                    <a:pt x="3867150" y="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0550" y="4905375"/>
              <a:ext cx="287345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Host 正常不代表键盘已连通。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0550" y="5267325"/>
              <a:ext cx="3038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这个界面没有独立设备在线探针。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223635" y="1238250"/>
            <a:ext cx="4850130" cy="5105400"/>
            <a:chOff x="6223635" y="1238250"/>
            <a:chExt cx="4850130" cy="5105400"/>
          </a:xfrm>
        </p:grpSpPr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23635" y="1238250"/>
              <a:ext cx="4850130" cy="5105400"/>
            </a:xfrm>
            <a:prstGeom prst="rect">
              <a:avLst/>
            </a:prstGeom>
          </p:spPr>
        </p:pic>
      </p:grpSp>
      <p:sp>
        <p:nvSpPr>
          <p:cNvPr id="16" name="TextBox 16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15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326478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按住说，松开就发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19200" y="1981200"/>
            <a:ext cx="1752600" cy="2738438"/>
            <a:chOff x="1219200" y="1981200"/>
            <a:chExt cx="1752600" cy="2738438"/>
          </a:xfrm>
        </p:grpSpPr>
        <p:sp>
          <p:nvSpPr>
            <p:cNvPr id="4" name="Ellipse 4"/>
            <p:cNvSpPr/>
            <p:nvPr/>
          </p:nvSpPr>
          <p:spPr>
            <a:xfrm>
              <a:off x="1219200" y="1981200"/>
              <a:ext cx="1752600" cy="1752600"/>
            </a:xfrm>
            <a:prstGeom prst="ellipse">
              <a:avLst/>
            </a:prstGeom>
            <a:solidFill>
              <a:srgbClr val="2D7D9A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1728787" y="2595562"/>
              <a:ext cx="733425" cy="523875"/>
              <a:chOff x="1728787" y="2595562"/>
              <a:chExt cx="733425" cy="52387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754964" y="2621739"/>
                <a:ext cx="681055" cy="471457"/>
              </a:xfrm>
              <a:custGeom>
                <a:avLst/>
                <a:gdLst/>
                <a:ahLst/>
                <a:cxnLst/>
                <a:rect l="l" t="t" r="r" b="b"/>
                <a:pathLst>
                  <a:path w="681055" h="471457">
                    <a:moveTo>
                      <a:pt x="681055" y="27816"/>
                    </a:moveTo>
                    <a:lnTo>
                      <a:pt x="681055" y="443641"/>
                    </a:lnTo>
                    <a:cubicBezTo>
                      <a:pt x="681055" y="451014"/>
                      <a:pt x="678126" y="458084"/>
                      <a:pt x="672913" y="463298"/>
                    </a:cubicBezTo>
                    <a:cubicBezTo>
                      <a:pt x="667700" y="468511"/>
                      <a:pt x="660629" y="471439"/>
                      <a:pt x="653257" y="471439"/>
                    </a:cubicBezTo>
                    <a:lnTo>
                      <a:pt x="27881" y="471439"/>
                    </a:lnTo>
                    <a:cubicBezTo>
                      <a:pt x="20508" y="471457"/>
                      <a:pt x="13431" y="468545"/>
                      <a:pt x="8206" y="463344"/>
                    </a:cubicBezTo>
                    <a:cubicBezTo>
                      <a:pt x="2980" y="458143"/>
                      <a:pt x="35" y="451079"/>
                      <a:pt x="17" y="443707"/>
                    </a:cubicBezTo>
                    <a:lnTo>
                      <a:pt x="17" y="27881"/>
                    </a:lnTo>
                    <a:cubicBezTo>
                      <a:pt x="0" y="20497"/>
                      <a:pt x="2921" y="13410"/>
                      <a:pt x="8136" y="8182"/>
                    </a:cubicBezTo>
                    <a:cubicBezTo>
                      <a:pt x="13351" y="2955"/>
                      <a:pt x="20432" y="17"/>
                      <a:pt x="27816" y="17"/>
                    </a:cubicBezTo>
                    <a:lnTo>
                      <a:pt x="653191" y="17"/>
                    </a:lnTo>
                    <a:cubicBezTo>
                      <a:pt x="660575" y="0"/>
                      <a:pt x="667663" y="2921"/>
                      <a:pt x="672890" y="8136"/>
                    </a:cubicBezTo>
                    <a:cubicBezTo>
                      <a:pt x="678117" y="13351"/>
                      <a:pt x="681055" y="20432"/>
                      <a:pt x="681055" y="27816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728787" y="2595562"/>
                <a:ext cx="733425" cy="523875"/>
              </a:xfrm>
              <a:custGeom>
                <a:avLst/>
                <a:gdLst/>
                <a:ahLst/>
                <a:cxnLst/>
                <a:rect l="l" t="t" r="r" b="b"/>
                <a:pathLst>
                  <a:path w="733425" h="523875">
                    <a:moveTo>
                      <a:pt x="679433" y="0"/>
                    </a:moveTo>
                    <a:lnTo>
                      <a:pt x="54057" y="0"/>
                    </a:lnTo>
                    <a:cubicBezTo>
                      <a:pt x="24228" y="0"/>
                      <a:pt x="36" y="24162"/>
                      <a:pt x="0" y="53992"/>
                    </a:cubicBezTo>
                    <a:lnTo>
                      <a:pt x="0" y="469818"/>
                    </a:lnTo>
                    <a:cubicBezTo>
                      <a:pt x="0" y="499647"/>
                      <a:pt x="24162" y="523839"/>
                      <a:pt x="53992" y="523875"/>
                    </a:cubicBezTo>
                    <a:lnTo>
                      <a:pt x="679368" y="523875"/>
                    </a:lnTo>
                    <a:cubicBezTo>
                      <a:pt x="709197" y="523875"/>
                      <a:pt x="733389" y="499713"/>
                      <a:pt x="733425" y="469883"/>
                    </a:cubicBezTo>
                    <a:lnTo>
                      <a:pt x="733425" y="54057"/>
                    </a:lnTo>
                    <a:cubicBezTo>
                      <a:pt x="733425" y="24228"/>
                      <a:pt x="709263" y="36"/>
                      <a:pt x="679433" y="0"/>
                    </a:cubicBezTo>
                    <a:close/>
                    <a:moveTo>
                      <a:pt x="681038" y="469883"/>
                    </a:moveTo>
                    <a:cubicBezTo>
                      <a:pt x="681038" y="470309"/>
                      <a:pt x="680868" y="470717"/>
                      <a:pt x="680568" y="471018"/>
                    </a:cubicBezTo>
                    <a:cubicBezTo>
                      <a:pt x="680267" y="471318"/>
                      <a:pt x="679859" y="471488"/>
                      <a:pt x="679433" y="471488"/>
                    </a:cubicBezTo>
                    <a:lnTo>
                      <a:pt x="54057" y="471488"/>
                    </a:lnTo>
                    <a:cubicBezTo>
                      <a:pt x="53632" y="471488"/>
                      <a:pt x="53224" y="471318"/>
                      <a:pt x="52923" y="471018"/>
                    </a:cubicBezTo>
                    <a:cubicBezTo>
                      <a:pt x="52622" y="470717"/>
                      <a:pt x="52453" y="470309"/>
                      <a:pt x="52453" y="469883"/>
                    </a:cubicBezTo>
                    <a:lnTo>
                      <a:pt x="52453" y="54057"/>
                    </a:lnTo>
                    <a:cubicBezTo>
                      <a:pt x="52453" y="53171"/>
                      <a:pt x="53171" y="52453"/>
                      <a:pt x="54057" y="52453"/>
                    </a:cubicBezTo>
                    <a:lnTo>
                      <a:pt x="679433" y="52453"/>
                    </a:lnTo>
                    <a:cubicBezTo>
                      <a:pt x="679859" y="52453"/>
                      <a:pt x="680267" y="52622"/>
                      <a:pt x="680568" y="52923"/>
                    </a:cubicBezTo>
                    <a:cubicBezTo>
                      <a:pt x="680868" y="53224"/>
                      <a:pt x="681038" y="53632"/>
                      <a:pt x="681038" y="54057"/>
                    </a:cubicBezTo>
                    <a:close/>
                    <a:moveTo>
                      <a:pt x="628650" y="261938"/>
                    </a:moveTo>
                    <a:cubicBezTo>
                      <a:pt x="628650" y="276404"/>
                      <a:pt x="616923" y="288131"/>
                      <a:pt x="602456" y="288131"/>
                    </a:cubicBezTo>
                    <a:lnTo>
                      <a:pt x="130969" y="288131"/>
                    </a:lnTo>
                    <a:cubicBezTo>
                      <a:pt x="116502" y="288131"/>
                      <a:pt x="104775" y="276404"/>
                      <a:pt x="104775" y="261938"/>
                    </a:cubicBezTo>
                    <a:cubicBezTo>
                      <a:pt x="104775" y="247471"/>
                      <a:pt x="116502" y="235744"/>
                      <a:pt x="130969" y="235744"/>
                    </a:cubicBezTo>
                    <a:lnTo>
                      <a:pt x="602456" y="235744"/>
                    </a:lnTo>
                    <a:cubicBezTo>
                      <a:pt x="616923" y="235744"/>
                      <a:pt x="628650" y="247471"/>
                      <a:pt x="628650" y="261938"/>
                    </a:cubicBezTo>
                    <a:close/>
                    <a:moveTo>
                      <a:pt x="628650" y="157163"/>
                    </a:moveTo>
                    <a:cubicBezTo>
                      <a:pt x="628650" y="171629"/>
                      <a:pt x="616923" y="183356"/>
                      <a:pt x="602456" y="183356"/>
                    </a:cubicBezTo>
                    <a:lnTo>
                      <a:pt x="130969" y="183356"/>
                    </a:lnTo>
                    <a:cubicBezTo>
                      <a:pt x="116502" y="183356"/>
                      <a:pt x="104775" y="171629"/>
                      <a:pt x="104775" y="157163"/>
                    </a:cubicBezTo>
                    <a:cubicBezTo>
                      <a:pt x="104775" y="142696"/>
                      <a:pt x="116502" y="130969"/>
                      <a:pt x="130969" y="130969"/>
                    </a:cubicBezTo>
                    <a:lnTo>
                      <a:pt x="602456" y="130969"/>
                    </a:lnTo>
                    <a:cubicBezTo>
                      <a:pt x="616923" y="130969"/>
                      <a:pt x="628650" y="142696"/>
                      <a:pt x="628650" y="157163"/>
                    </a:cubicBezTo>
                    <a:close/>
                    <a:moveTo>
                      <a:pt x="183356" y="366713"/>
                    </a:moveTo>
                    <a:cubicBezTo>
                      <a:pt x="183356" y="381179"/>
                      <a:pt x="171629" y="392906"/>
                      <a:pt x="157163" y="392906"/>
                    </a:cubicBezTo>
                    <a:lnTo>
                      <a:pt x="130969" y="392906"/>
                    </a:lnTo>
                    <a:cubicBezTo>
                      <a:pt x="116502" y="392906"/>
                      <a:pt x="104775" y="381179"/>
                      <a:pt x="104775" y="366713"/>
                    </a:cubicBezTo>
                    <a:cubicBezTo>
                      <a:pt x="104775" y="352246"/>
                      <a:pt x="116502" y="340519"/>
                      <a:pt x="130969" y="340519"/>
                    </a:cubicBezTo>
                    <a:lnTo>
                      <a:pt x="157163" y="340519"/>
                    </a:lnTo>
                    <a:cubicBezTo>
                      <a:pt x="171629" y="340519"/>
                      <a:pt x="183356" y="352246"/>
                      <a:pt x="183356" y="366713"/>
                    </a:cubicBezTo>
                    <a:close/>
                    <a:moveTo>
                      <a:pt x="497681" y="366713"/>
                    </a:moveTo>
                    <a:cubicBezTo>
                      <a:pt x="497681" y="381179"/>
                      <a:pt x="485954" y="392906"/>
                      <a:pt x="471488" y="392906"/>
                    </a:cubicBezTo>
                    <a:lnTo>
                      <a:pt x="261938" y="392906"/>
                    </a:lnTo>
                    <a:cubicBezTo>
                      <a:pt x="247471" y="392906"/>
                      <a:pt x="235744" y="381179"/>
                      <a:pt x="235744" y="366713"/>
                    </a:cubicBezTo>
                    <a:cubicBezTo>
                      <a:pt x="235744" y="352246"/>
                      <a:pt x="247471" y="340519"/>
                      <a:pt x="261938" y="340519"/>
                    </a:cubicBezTo>
                    <a:lnTo>
                      <a:pt x="471488" y="340519"/>
                    </a:lnTo>
                    <a:cubicBezTo>
                      <a:pt x="485954" y="340519"/>
                      <a:pt x="497681" y="352246"/>
                      <a:pt x="497681" y="366713"/>
                    </a:cubicBezTo>
                    <a:close/>
                    <a:moveTo>
                      <a:pt x="628650" y="366713"/>
                    </a:moveTo>
                    <a:cubicBezTo>
                      <a:pt x="628650" y="381179"/>
                      <a:pt x="616923" y="392906"/>
                      <a:pt x="602456" y="392906"/>
                    </a:cubicBezTo>
                    <a:lnTo>
                      <a:pt x="576263" y="392906"/>
                    </a:lnTo>
                    <a:cubicBezTo>
                      <a:pt x="561796" y="392906"/>
                      <a:pt x="550069" y="381179"/>
                      <a:pt x="550069" y="366713"/>
                    </a:cubicBezTo>
                    <a:cubicBezTo>
                      <a:pt x="550069" y="352246"/>
                      <a:pt x="561796" y="340519"/>
                      <a:pt x="576263" y="340519"/>
                    </a:cubicBezTo>
                    <a:lnTo>
                      <a:pt x="602456" y="340519"/>
                    </a:lnTo>
                    <a:cubicBezTo>
                      <a:pt x="616923" y="340519"/>
                      <a:pt x="628650" y="352246"/>
                      <a:pt x="628650" y="366713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363142" y="4002405"/>
              <a:ext cx="146471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按住 S1-S4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38288" y="444531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选中对应任务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971800" y="1981200"/>
            <a:ext cx="4054959" cy="2738438"/>
            <a:chOff x="2971800" y="1981200"/>
            <a:chExt cx="4054959" cy="2738438"/>
          </a:xfrm>
        </p:grpSpPr>
        <p:sp>
          <p:nvSpPr>
            <p:cNvPr id="11" name="Line 11"/>
            <p:cNvSpPr/>
            <p:nvPr/>
          </p:nvSpPr>
          <p:spPr>
            <a:xfrm>
              <a:off x="2971800" y="28575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47625">
              <a:solidFill>
                <a:srgbClr val="CBD2CE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4762500" y="2743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CBD2CE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219700" y="1981200"/>
              <a:ext cx="1752600" cy="1752600"/>
            </a:xfrm>
            <a:prstGeom prst="ellipse">
              <a:avLst/>
            </a:prstGeom>
            <a:solidFill>
              <a:srgbClr val="19211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834062" y="2490788"/>
              <a:ext cx="523875" cy="733425"/>
              <a:chOff x="5834062" y="2490788"/>
              <a:chExt cx="523875" cy="7334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965031" y="2516981"/>
                <a:ext cx="261938" cy="471488"/>
              </a:xfrm>
              <a:custGeom>
                <a:avLst/>
                <a:gdLst/>
                <a:ahLst/>
                <a:cxnLst/>
                <a:rect l="l" t="t" r="r" b="b"/>
                <a:pathLst>
                  <a:path w="261938" h="471488">
                    <a:moveTo>
                      <a:pt x="261938" y="130969"/>
                    </a:moveTo>
                    <a:lnTo>
                      <a:pt x="261938" y="340519"/>
                    </a:lnTo>
                    <a:cubicBezTo>
                      <a:pt x="261938" y="412851"/>
                      <a:pt x="203301" y="471488"/>
                      <a:pt x="130969" y="471488"/>
                    </a:cubicBezTo>
                    <a:lnTo>
                      <a:pt x="130969" y="471488"/>
                    </a:lnTo>
                    <a:cubicBezTo>
                      <a:pt x="58637" y="471488"/>
                      <a:pt x="0" y="412851"/>
                      <a:pt x="0" y="340519"/>
                    </a:cubicBezTo>
                    <a:lnTo>
                      <a:pt x="0" y="130969"/>
                    </a:lnTo>
                    <a:cubicBezTo>
                      <a:pt x="0" y="58637"/>
                      <a:pt x="58637" y="0"/>
                      <a:pt x="130969" y="0"/>
                    </a:cubicBezTo>
                    <a:lnTo>
                      <a:pt x="130969" y="0"/>
                    </a:lnTo>
                    <a:cubicBezTo>
                      <a:pt x="203301" y="0"/>
                      <a:pt x="261938" y="58637"/>
                      <a:pt x="261938" y="130969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834062" y="2490788"/>
                <a:ext cx="523875" cy="733425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733425">
                    <a:moveTo>
                      <a:pt x="261938" y="523875"/>
                    </a:moveTo>
                    <a:cubicBezTo>
                      <a:pt x="348699" y="523785"/>
                      <a:pt x="419010" y="453474"/>
                      <a:pt x="419100" y="366712"/>
                    </a:cubicBezTo>
                    <a:lnTo>
                      <a:pt x="419100" y="157162"/>
                    </a:lnTo>
                    <a:cubicBezTo>
                      <a:pt x="419100" y="70364"/>
                      <a:pt x="348736" y="0"/>
                      <a:pt x="261938" y="0"/>
                    </a:cubicBezTo>
                    <a:cubicBezTo>
                      <a:pt x="175139" y="0"/>
                      <a:pt x="104775" y="70364"/>
                      <a:pt x="104775" y="157162"/>
                    </a:cubicBezTo>
                    <a:lnTo>
                      <a:pt x="104775" y="366712"/>
                    </a:lnTo>
                    <a:cubicBezTo>
                      <a:pt x="104865" y="453474"/>
                      <a:pt x="175176" y="523785"/>
                      <a:pt x="261937" y="523875"/>
                    </a:cubicBezTo>
                    <a:close/>
                    <a:moveTo>
                      <a:pt x="157162" y="157162"/>
                    </a:moveTo>
                    <a:cubicBezTo>
                      <a:pt x="157162" y="99297"/>
                      <a:pt x="204072" y="52388"/>
                      <a:pt x="261938" y="52388"/>
                    </a:cubicBezTo>
                    <a:cubicBezTo>
                      <a:pt x="319803" y="52388"/>
                      <a:pt x="366712" y="99297"/>
                      <a:pt x="366712" y="157162"/>
                    </a:cubicBezTo>
                    <a:lnTo>
                      <a:pt x="366712" y="366712"/>
                    </a:lnTo>
                    <a:cubicBezTo>
                      <a:pt x="366712" y="424578"/>
                      <a:pt x="319803" y="471488"/>
                      <a:pt x="261938" y="471488"/>
                    </a:cubicBezTo>
                    <a:cubicBezTo>
                      <a:pt x="204072" y="471488"/>
                      <a:pt x="157162" y="424578"/>
                      <a:pt x="157162" y="366712"/>
                    </a:cubicBezTo>
                    <a:close/>
                    <a:moveTo>
                      <a:pt x="288131" y="627340"/>
                    </a:moveTo>
                    <a:lnTo>
                      <a:pt x="288131" y="707231"/>
                    </a:lnTo>
                    <a:cubicBezTo>
                      <a:pt x="288131" y="721698"/>
                      <a:pt x="276404" y="733425"/>
                      <a:pt x="261938" y="733425"/>
                    </a:cubicBezTo>
                    <a:cubicBezTo>
                      <a:pt x="247471" y="733425"/>
                      <a:pt x="235744" y="721698"/>
                      <a:pt x="235744" y="707231"/>
                    </a:cubicBezTo>
                    <a:lnTo>
                      <a:pt x="235744" y="627340"/>
                    </a:lnTo>
                    <a:cubicBezTo>
                      <a:pt x="101977" y="613728"/>
                      <a:pt x="165" y="501170"/>
                      <a:pt x="0" y="366712"/>
                    </a:cubicBezTo>
                    <a:cubicBezTo>
                      <a:pt x="0" y="352246"/>
                      <a:pt x="11727" y="340519"/>
                      <a:pt x="26194" y="340519"/>
                    </a:cubicBezTo>
                    <a:cubicBezTo>
                      <a:pt x="40660" y="340519"/>
                      <a:pt x="52388" y="352246"/>
                      <a:pt x="52388" y="366712"/>
                    </a:cubicBezTo>
                    <a:cubicBezTo>
                      <a:pt x="52388" y="482444"/>
                      <a:pt x="146206" y="576262"/>
                      <a:pt x="261938" y="576262"/>
                    </a:cubicBezTo>
                    <a:cubicBezTo>
                      <a:pt x="377669" y="576262"/>
                      <a:pt x="471488" y="482444"/>
                      <a:pt x="471488" y="366712"/>
                    </a:cubicBezTo>
                    <a:cubicBezTo>
                      <a:pt x="471488" y="352246"/>
                      <a:pt x="483215" y="340519"/>
                      <a:pt x="497681" y="340519"/>
                    </a:cubicBezTo>
                    <a:cubicBezTo>
                      <a:pt x="512148" y="340519"/>
                      <a:pt x="523875" y="352246"/>
                      <a:pt x="523875" y="366712"/>
                    </a:cubicBezTo>
                    <a:cubicBezTo>
                      <a:pt x="523710" y="501170"/>
                      <a:pt x="421898" y="613728"/>
                      <a:pt x="288131" y="627340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334238" y="400240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直接说要求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65241" y="4445318"/>
              <a:ext cx="18615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录音先经局域网到 Mac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972300" y="1981200"/>
            <a:ext cx="4000500" cy="2738438"/>
            <a:chOff x="6972300" y="1981200"/>
            <a:chExt cx="4000500" cy="2738438"/>
          </a:xfrm>
        </p:grpSpPr>
        <p:sp>
          <p:nvSpPr>
            <p:cNvPr id="20" name="Line 20"/>
            <p:cNvSpPr/>
            <p:nvPr/>
          </p:nvSpPr>
          <p:spPr>
            <a:xfrm>
              <a:off x="6972300" y="28575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47625">
              <a:solidFill>
                <a:srgbClr val="CBD2CE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8763000" y="2743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CBD2CE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220200" y="1981200"/>
              <a:ext cx="1752600" cy="1752600"/>
            </a:xfrm>
            <a:prstGeom prst="ellipse">
              <a:avLst/>
            </a:prstGeom>
            <a:solidFill>
              <a:srgbClr val="1E9668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9782175" y="2593479"/>
              <a:ext cx="628671" cy="528042"/>
              <a:chOff x="9782175" y="2593479"/>
              <a:chExt cx="628671" cy="52804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10148888" y="2621756"/>
                <a:ext cx="235744" cy="471488"/>
              </a:xfrm>
              <a:custGeom>
                <a:avLst/>
                <a:gdLst/>
                <a:ahLst/>
                <a:cxnLst/>
                <a:rect l="l" t="t" r="r" b="b"/>
                <a:pathLst>
                  <a:path w="235744" h="471488">
                    <a:moveTo>
                      <a:pt x="235744" y="235744"/>
                    </a:moveTo>
                    <a:lnTo>
                      <a:pt x="0" y="471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782175" y="2593479"/>
                <a:ext cx="628671" cy="528042"/>
              </a:xfrm>
              <a:custGeom>
                <a:avLst/>
                <a:gdLst/>
                <a:ahLst/>
                <a:cxnLst/>
                <a:rect l="l" t="t" r="r" b="b"/>
                <a:pathLst>
                  <a:path w="628671" h="528042">
                    <a:moveTo>
                      <a:pt x="620988" y="245489"/>
                    </a:moveTo>
                    <a:lnTo>
                      <a:pt x="385245" y="9745"/>
                    </a:lnTo>
                    <a:cubicBezTo>
                      <a:pt x="377753" y="2245"/>
                      <a:pt x="366479" y="0"/>
                      <a:pt x="356686" y="4058"/>
                    </a:cubicBezTo>
                    <a:cubicBezTo>
                      <a:pt x="346892" y="8116"/>
                      <a:pt x="340510" y="17676"/>
                      <a:pt x="340519" y="28277"/>
                    </a:cubicBezTo>
                    <a:lnTo>
                      <a:pt x="340519" y="237827"/>
                    </a:lnTo>
                    <a:lnTo>
                      <a:pt x="26194" y="237827"/>
                    </a:lnTo>
                    <a:cubicBezTo>
                      <a:pt x="11727" y="237827"/>
                      <a:pt x="0" y="249555"/>
                      <a:pt x="0" y="264021"/>
                    </a:cubicBezTo>
                    <a:cubicBezTo>
                      <a:pt x="0" y="278487"/>
                      <a:pt x="11727" y="290215"/>
                      <a:pt x="26194" y="290215"/>
                    </a:cubicBezTo>
                    <a:lnTo>
                      <a:pt x="340519" y="290215"/>
                    </a:lnTo>
                    <a:lnTo>
                      <a:pt x="340519" y="499765"/>
                    </a:lnTo>
                    <a:cubicBezTo>
                      <a:pt x="340510" y="510365"/>
                      <a:pt x="346892" y="519926"/>
                      <a:pt x="356686" y="523984"/>
                    </a:cubicBezTo>
                    <a:cubicBezTo>
                      <a:pt x="366479" y="528042"/>
                      <a:pt x="377753" y="525797"/>
                      <a:pt x="385245" y="518297"/>
                    </a:cubicBezTo>
                    <a:lnTo>
                      <a:pt x="620988" y="282553"/>
                    </a:lnTo>
                    <a:cubicBezTo>
                      <a:pt x="625907" y="277640"/>
                      <a:pt x="628671" y="270973"/>
                      <a:pt x="628671" y="264021"/>
                    </a:cubicBezTo>
                    <a:cubicBezTo>
                      <a:pt x="628671" y="257069"/>
                      <a:pt x="625907" y="250402"/>
                      <a:pt x="620988" y="245489"/>
                    </a:cubicBezTo>
                    <a:close/>
                    <a:moveTo>
                      <a:pt x="392906" y="436540"/>
                    </a:moveTo>
                    <a:lnTo>
                      <a:pt x="392906" y="91502"/>
                    </a:lnTo>
                    <a:lnTo>
                      <a:pt x="565425" y="264021"/>
                    </a:ln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9334738" y="400240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松开后发送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69254" y="4445318"/>
              <a:ext cx="16544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ASR 结果进入 Codex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16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828675" y="1271588"/>
            <a:ext cx="4847094" cy="1971674"/>
            <a:chOff x="828675" y="1271588"/>
            <a:chExt cx="4847094" cy="1971674"/>
          </a:xfrm>
        </p:grpSpPr>
        <p:sp>
          <p:nvSpPr>
            <p:cNvPr id="3" name="TextBox 3"/>
            <p:cNvSpPr txBox="1"/>
            <p:nvPr/>
          </p:nvSpPr>
          <p:spPr>
            <a:xfrm>
              <a:off x="828675" y="1271588"/>
              <a:ext cx="272057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发完就走。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28675" y="1957388"/>
              <a:ext cx="484709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E9668"/>
                  </a:solidFill>
                  <a:latin typeface="Arial Black"/>
                  <a:ea typeface="Microsoft YaHei"/>
                  <a:cs typeface="Arial Black"/>
                </a:rPr>
                <a:t>Codex 在后台干活。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55345" y="2907982"/>
              <a:ext cx="46624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这才是我真正想省下来的时间：不用守着屏幕。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43050" y="4209178"/>
            <a:ext cx="7777163" cy="1348660"/>
            <a:chOff x="1543050" y="4209178"/>
            <a:chExt cx="7777163" cy="1348660"/>
          </a:xfrm>
        </p:grpSpPr>
        <p:grpSp>
          <p:nvGrpSpPr>
            <p:cNvPr id="9" name="Group 9"/>
            <p:cNvGrpSpPr/>
            <p:nvPr/>
          </p:nvGrpSpPr>
          <p:grpSpPr>
            <a:xfrm>
              <a:off x="1543050" y="4267200"/>
              <a:ext cx="800100" cy="571500"/>
              <a:chOff x="1543050" y="4267200"/>
              <a:chExt cx="800100" cy="5715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571606" y="4295756"/>
                <a:ext cx="742969" cy="514317"/>
              </a:xfrm>
              <a:custGeom>
                <a:avLst/>
                <a:gdLst/>
                <a:ahLst/>
                <a:cxnLst/>
                <a:rect l="l" t="t" r="r" b="b"/>
                <a:pathLst>
                  <a:path w="742969" h="514317">
                    <a:moveTo>
                      <a:pt x="742969" y="30344"/>
                    </a:moveTo>
                    <a:lnTo>
                      <a:pt x="742969" y="483972"/>
                    </a:lnTo>
                    <a:cubicBezTo>
                      <a:pt x="742969" y="492015"/>
                      <a:pt x="739774" y="499728"/>
                      <a:pt x="734087" y="505415"/>
                    </a:cubicBezTo>
                    <a:cubicBezTo>
                      <a:pt x="728400" y="511103"/>
                      <a:pt x="720687" y="514298"/>
                      <a:pt x="712644" y="514298"/>
                    </a:cubicBezTo>
                    <a:lnTo>
                      <a:pt x="30416" y="514298"/>
                    </a:lnTo>
                    <a:cubicBezTo>
                      <a:pt x="22373" y="514317"/>
                      <a:pt x="14652" y="511140"/>
                      <a:pt x="8952" y="505466"/>
                    </a:cubicBezTo>
                    <a:cubicBezTo>
                      <a:pt x="3251" y="499792"/>
                      <a:pt x="38" y="492087"/>
                      <a:pt x="19" y="484044"/>
                    </a:cubicBezTo>
                    <a:lnTo>
                      <a:pt x="19" y="30416"/>
                    </a:lnTo>
                    <a:cubicBezTo>
                      <a:pt x="0" y="22361"/>
                      <a:pt x="3187" y="14629"/>
                      <a:pt x="8876" y="8926"/>
                    </a:cubicBezTo>
                    <a:cubicBezTo>
                      <a:pt x="14565" y="3224"/>
                      <a:pt x="22289" y="19"/>
                      <a:pt x="30344" y="19"/>
                    </a:cubicBezTo>
                    <a:lnTo>
                      <a:pt x="712572" y="19"/>
                    </a:lnTo>
                    <a:cubicBezTo>
                      <a:pt x="720627" y="0"/>
                      <a:pt x="728359" y="3187"/>
                      <a:pt x="734062" y="8876"/>
                    </a:cubicBezTo>
                    <a:cubicBezTo>
                      <a:pt x="739764" y="14565"/>
                      <a:pt x="742969" y="22289"/>
                      <a:pt x="742969" y="30344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543050" y="4267200"/>
                <a:ext cx="8001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800100" h="571500">
                    <a:moveTo>
                      <a:pt x="741200" y="0"/>
                    </a:moveTo>
                    <a:lnTo>
                      <a:pt x="58972" y="0"/>
                    </a:lnTo>
                    <a:cubicBezTo>
                      <a:pt x="26430" y="0"/>
                      <a:pt x="39" y="26359"/>
                      <a:pt x="0" y="58900"/>
                    </a:cubicBezTo>
                    <a:lnTo>
                      <a:pt x="0" y="512528"/>
                    </a:lnTo>
                    <a:cubicBezTo>
                      <a:pt x="0" y="545070"/>
                      <a:pt x="26359" y="571461"/>
                      <a:pt x="58900" y="571500"/>
                    </a:cubicBezTo>
                    <a:lnTo>
                      <a:pt x="741128" y="571500"/>
                    </a:lnTo>
                    <a:cubicBezTo>
                      <a:pt x="773670" y="571500"/>
                      <a:pt x="800061" y="545141"/>
                      <a:pt x="800100" y="512600"/>
                    </a:cubicBezTo>
                    <a:lnTo>
                      <a:pt x="800100" y="58972"/>
                    </a:lnTo>
                    <a:cubicBezTo>
                      <a:pt x="800100" y="26430"/>
                      <a:pt x="773741" y="39"/>
                      <a:pt x="741200" y="0"/>
                    </a:cubicBezTo>
                    <a:close/>
                    <a:moveTo>
                      <a:pt x="742950" y="512600"/>
                    </a:moveTo>
                    <a:cubicBezTo>
                      <a:pt x="742950" y="513064"/>
                      <a:pt x="742766" y="513509"/>
                      <a:pt x="742437" y="513837"/>
                    </a:cubicBezTo>
                    <a:cubicBezTo>
                      <a:pt x="742109" y="514166"/>
                      <a:pt x="741664" y="514350"/>
                      <a:pt x="741200" y="514350"/>
                    </a:cubicBezTo>
                    <a:lnTo>
                      <a:pt x="58972" y="514350"/>
                    </a:lnTo>
                    <a:cubicBezTo>
                      <a:pt x="58507" y="514350"/>
                      <a:pt x="58062" y="514166"/>
                      <a:pt x="57734" y="513837"/>
                    </a:cubicBezTo>
                    <a:cubicBezTo>
                      <a:pt x="57406" y="513509"/>
                      <a:pt x="57221" y="513064"/>
                      <a:pt x="57221" y="512600"/>
                    </a:cubicBezTo>
                    <a:lnTo>
                      <a:pt x="57221" y="58972"/>
                    </a:lnTo>
                    <a:cubicBezTo>
                      <a:pt x="57221" y="58005"/>
                      <a:pt x="58005" y="57221"/>
                      <a:pt x="58972" y="57221"/>
                    </a:cubicBezTo>
                    <a:lnTo>
                      <a:pt x="741200" y="57221"/>
                    </a:lnTo>
                    <a:cubicBezTo>
                      <a:pt x="741664" y="57221"/>
                      <a:pt x="742109" y="57406"/>
                      <a:pt x="742437" y="57734"/>
                    </a:cubicBezTo>
                    <a:cubicBezTo>
                      <a:pt x="742766" y="58062"/>
                      <a:pt x="742950" y="58507"/>
                      <a:pt x="742950" y="58972"/>
                    </a:cubicBezTo>
                    <a:close/>
                    <a:moveTo>
                      <a:pt x="685800" y="285750"/>
                    </a:moveTo>
                    <a:cubicBezTo>
                      <a:pt x="685800" y="301532"/>
                      <a:pt x="673007" y="314325"/>
                      <a:pt x="657225" y="314325"/>
                    </a:cubicBezTo>
                    <a:lnTo>
                      <a:pt x="142875" y="314325"/>
                    </a:lnTo>
                    <a:cubicBezTo>
                      <a:pt x="127093" y="314325"/>
                      <a:pt x="114300" y="301532"/>
                      <a:pt x="114300" y="285750"/>
                    </a:cubicBezTo>
                    <a:cubicBezTo>
                      <a:pt x="114300" y="269968"/>
                      <a:pt x="127093" y="257175"/>
                      <a:pt x="142875" y="257175"/>
                    </a:cubicBezTo>
                    <a:lnTo>
                      <a:pt x="657225" y="257175"/>
                    </a:lnTo>
                    <a:cubicBezTo>
                      <a:pt x="673007" y="257175"/>
                      <a:pt x="685800" y="269968"/>
                      <a:pt x="685800" y="285750"/>
                    </a:cubicBezTo>
                    <a:close/>
                    <a:moveTo>
                      <a:pt x="685800" y="171450"/>
                    </a:moveTo>
                    <a:cubicBezTo>
                      <a:pt x="685800" y="187232"/>
                      <a:pt x="673007" y="200025"/>
                      <a:pt x="657225" y="200025"/>
                    </a:cubicBezTo>
                    <a:lnTo>
                      <a:pt x="142875" y="200025"/>
                    </a:lnTo>
                    <a:cubicBezTo>
                      <a:pt x="127093" y="200025"/>
                      <a:pt x="114300" y="187232"/>
                      <a:pt x="114300" y="171450"/>
                    </a:cubicBezTo>
                    <a:cubicBezTo>
                      <a:pt x="114300" y="155668"/>
                      <a:pt x="127093" y="142875"/>
                      <a:pt x="142875" y="142875"/>
                    </a:cubicBezTo>
                    <a:lnTo>
                      <a:pt x="657225" y="142875"/>
                    </a:lnTo>
                    <a:cubicBezTo>
                      <a:pt x="673007" y="142875"/>
                      <a:pt x="685800" y="155668"/>
                      <a:pt x="685800" y="171450"/>
                    </a:cubicBezTo>
                    <a:close/>
                    <a:moveTo>
                      <a:pt x="200025" y="400050"/>
                    </a:moveTo>
                    <a:cubicBezTo>
                      <a:pt x="200025" y="415832"/>
                      <a:pt x="187232" y="428625"/>
                      <a:pt x="171450" y="428625"/>
                    </a:cubicBezTo>
                    <a:lnTo>
                      <a:pt x="142875" y="428625"/>
                    </a:lnTo>
                    <a:cubicBezTo>
                      <a:pt x="127093" y="428625"/>
                      <a:pt x="114300" y="415832"/>
                      <a:pt x="114300" y="400050"/>
                    </a:cubicBezTo>
                    <a:cubicBezTo>
                      <a:pt x="114300" y="384268"/>
                      <a:pt x="127093" y="371475"/>
                      <a:pt x="142875" y="371475"/>
                    </a:cubicBezTo>
                    <a:lnTo>
                      <a:pt x="171450" y="371475"/>
                    </a:lnTo>
                    <a:cubicBezTo>
                      <a:pt x="187232" y="371475"/>
                      <a:pt x="200025" y="384268"/>
                      <a:pt x="200025" y="400050"/>
                    </a:cubicBezTo>
                    <a:close/>
                    <a:moveTo>
                      <a:pt x="542925" y="400050"/>
                    </a:moveTo>
                    <a:cubicBezTo>
                      <a:pt x="542925" y="415832"/>
                      <a:pt x="530132" y="428625"/>
                      <a:pt x="514350" y="428625"/>
                    </a:cubicBezTo>
                    <a:lnTo>
                      <a:pt x="285750" y="428625"/>
                    </a:lnTo>
                    <a:cubicBezTo>
                      <a:pt x="269968" y="428625"/>
                      <a:pt x="257175" y="415832"/>
                      <a:pt x="257175" y="400050"/>
                    </a:cubicBezTo>
                    <a:cubicBezTo>
                      <a:pt x="257175" y="384268"/>
                      <a:pt x="269968" y="371475"/>
                      <a:pt x="285750" y="371475"/>
                    </a:cubicBezTo>
                    <a:lnTo>
                      <a:pt x="514350" y="371475"/>
                    </a:lnTo>
                    <a:cubicBezTo>
                      <a:pt x="530132" y="371475"/>
                      <a:pt x="542925" y="384268"/>
                      <a:pt x="542925" y="400050"/>
                    </a:cubicBezTo>
                    <a:close/>
                    <a:moveTo>
                      <a:pt x="685800" y="400050"/>
                    </a:moveTo>
                    <a:cubicBezTo>
                      <a:pt x="685800" y="415832"/>
                      <a:pt x="673007" y="428625"/>
                      <a:pt x="657225" y="428625"/>
                    </a:cubicBezTo>
                    <a:lnTo>
                      <a:pt x="628650" y="428625"/>
                    </a:lnTo>
                    <a:cubicBezTo>
                      <a:pt x="612868" y="428625"/>
                      <a:pt x="600075" y="415832"/>
                      <a:pt x="600075" y="400050"/>
                    </a:cubicBezTo>
                    <a:cubicBezTo>
                      <a:pt x="600075" y="384268"/>
                      <a:pt x="612868" y="371475"/>
                      <a:pt x="628650" y="371475"/>
                    </a:cubicBezTo>
                    <a:lnTo>
                      <a:pt x="657225" y="371475"/>
                    </a:lnTo>
                    <a:cubicBezTo>
                      <a:pt x="673007" y="371475"/>
                      <a:pt x="685800" y="384268"/>
                      <a:pt x="685800" y="400050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0" name="Line 10"/>
            <p:cNvSpPr/>
            <p:nvPr/>
          </p:nvSpPr>
          <p:spPr>
            <a:xfrm>
              <a:off x="2781300" y="45529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57150">
              <a:solidFill>
                <a:srgbClr val="CBD2CE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7543800" y="44005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1524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CBD2CE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334384" y="4209178"/>
              <a:ext cx="857233" cy="686674"/>
              <a:chOff x="8334384" y="4209178"/>
              <a:chExt cx="857233" cy="68667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362950" y="4410075"/>
                <a:ext cx="8001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800100" h="285750">
                    <a:moveTo>
                      <a:pt x="800100" y="142875"/>
                    </a:moveTo>
                    <a:lnTo>
                      <a:pt x="628650" y="285750"/>
                    </a:lnTo>
                    <a:lnTo>
                      <a:pt x="171450" y="285750"/>
                    </a:lnTo>
                    <a:lnTo>
                      <a:pt x="0" y="142875"/>
                    </a:lnTo>
                    <a:lnTo>
                      <a:pt x="171450" y="0"/>
                    </a:lnTo>
                    <a:lnTo>
                      <a:pt x="628650" y="0"/>
                    </a:ln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34384" y="4209178"/>
                <a:ext cx="857233" cy="686674"/>
              </a:xfrm>
              <a:custGeom>
                <a:avLst/>
                <a:gdLst/>
                <a:ahLst/>
                <a:cxnLst/>
                <a:rect l="l" t="t" r="r" b="b"/>
                <a:pathLst>
                  <a:path w="857233" h="686674">
                    <a:moveTo>
                      <a:pt x="218304" y="222864"/>
                    </a:moveTo>
                    <a:lnTo>
                      <a:pt x="73215" y="343772"/>
                    </a:lnTo>
                    <a:lnTo>
                      <a:pt x="218304" y="464680"/>
                    </a:lnTo>
                    <a:cubicBezTo>
                      <a:pt x="226378" y="471143"/>
                      <a:pt x="230330" y="481465"/>
                      <a:pt x="228636" y="491668"/>
                    </a:cubicBezTo>
                    <a:cubicBezTo>
                      <a:pt x="226942" y="501870"/>
                      <a:pt x="219867" y="510361"/>
                      <a:pt x="210138" y="513869"/>
                    </a:cubicBezTo>
                    <a:cubicBezTo>
                      <a:pt x="200408" y="517376"/>
                      <a:pt x="189543" y="515353"/>
                      <a:pt x="181728" y="508578"/>
                    </a:cubicBezTo>
                    <a:lnTo>
                      <a:pt x="10278" y="365703"/>
                    </a:lnTo>
                    <a:cubicBezTo>
                      <a:pt x="3766" y="360274"/>
                      <a:pt x="0" y="352233"/>
                      <a:pt x="0" y="343754"/>
                    </a:cubicBezTo>
                    <a:cubicBezTo>
                      <a:pt x="0" y="335275"/>
                      <a:pt x="3766" y="327234"/>
                      <a:pt x="10278" y="321805"/>
                    </a:cubicBezTo>
                    <a:lnTo>
                      <a:pt x="181728" y="178930"/>
                    </a:lnTo>
                    <a:cubicBezTo>
                      <a:pt x="193860" y="168830"/>
                      <a:pt x="211883" y="170477"/>
                      <a:pt x="221983" y="182609"/>
                    </a:cubicBezTo>
                    <a:cubicBezTo>
                      <a:pt x="232084" y="194741"/>
                      <a:pt x="230436" y="212764"/>
                      <a:pt x="218304" y="222864"/>
                    </a:cubicBezTo>
                    <a:close/>
                    <a:moveTo>
                      <a:pt x="846954" y="321805"/>
                    </a:moveTo>
                    <a:lnTo>
                      <a:pt x="675504" y="178930"/>
                    </a:lnTo>
                    <a:cubicBezTo>
                      <a:pt x="663372" y="168830"/>
                      <a:pt x="645350" y="170477"/>
                      <a:pt x="635249" y="182609"/>
                    </a:cubicBezTo>
                    <a:cubicBezTo>
                      <a:pt x="625149" y="194741"/>
                      <a:pt x="626796" y="212764"/>
                      <a:pt x="638928" y="222864"/>
                    </a:cubicBezTo>
                    <a:lnTo>
                      <a:pt x="784018" y="343772"/>
                    </a:lnTo>
                    <a:lnTo>
                      <a:pt x="638928" y="464680"/>
                    </a:lnTo>
                    <a:cubicBezTo>
                      <a:pt x="630854" y="471143"/>
                      <a:pt x="626903" y="481465"/>
                      <a:pt x="628597" y="491668"/>
                    </a:cubicBezTo>
                    <a:cubicBezTo>
                      <a:pt x="630291" y="501870"/>
                      <a:pt x="637366" y="510361"/>
                      <a:pt x="647095" y="513869"/>
                    </a:cubicBezTo>
                    <a:cubicBezTo>
                      <a:pt x="656825" y="517376"/>
                      <a:pt x="667690" y="515353"/>
                      <a:pt x="675504" y="508578"/>
                    </a:cubicBezTo>
                    <a:lnTo>
                      <a:pt x="846954" y="365703"/>
                    </a:lnTo>
                    <a:cubicBezTo>
                      <a:pt x="853467" y="360274"/>
                      <a:pt x="857233" y="352233"/>
                      <a:pt x="857233" y="343754"/>
                    </a:cubicBezTo>
                    <a:cubicBezTo>
                      <a:pt x="857233" y="335275"/>
                      <a:pt x="853467" y="327234"/>
                      <a:pt x="846954" y="321805"/>
                    </a:cubicBezTo>
                    <a:close/>
                    <a:moveTo>
                      <a:pt x="552668" y="2586"/>
                    </a:moveTo>
                    <a:cubicBezTo>
                      <a:pt x="545544" y="0"/>
                      <a:pt x="537684" y="350"/>
                      <a:pt x="530818" y="3558"/>
                    </a:cubicBezTo>
                    <a:cubicBezTo>
                      <a:pt x="523952" y="6767"/>
                      <a:pt x="518642" y="12572"/>
                      <a:pt x="516056" y="19696"/>
                    </a:cubicBezTo>
                    <a:lnTo>
                      <a:pt x="287456" y="648346"/>
                    </a:lnTo>
                    <a:cubicBezTo>
                      <a:pt x="284858" y="655474"/>
                      <a:pt x="285202" y="663343"/>
                      <a:pt x="288412" y="670217"/>
                    </a:cubicBezTo>
                    <a:cubicBezTo>
                      <a:pt x="291621" y="677091"/>
                      <a:pt x="297433" y="682407"/>
                      <a:pt x="304565" y="684993"/>
                    </a:cubicBezTo>
                    <a:cubicBezTo>
                      <a:pt x="307696" y="686106"/>
                      <a:pt x="310994" y="686674"/>
                      <a:pt x="314316" y="686672"/>
                    </a:cubicBezTo>
                    <a:cubicBezTo>
                      <a:pt x="326338" y="686672"/>
                      <a:pt x="337075" y="679148"/>
                      <a:pt x="341177" y="667848"/>
                    </a:cubicBezTo>
                    <a:lnTo>
                      <a:pt x="569777" y="39198"/>
                    </a:lnTo>
                    <a:cubicBezTo>
                      <a:pt x="572363" y="32074"/>
                      <a:pt x="572014" y="24215"/>
                      <a:pt x="568805" y="17349"/>
                    </a:cubicBezTo>
                    <a:cubicBezTo>
                      <a:pt x="565596" y="10483"/>
                      <a:pt x="559792" y="5172"/>
                      <a:pt x="552668" y="2586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565910" y="52835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一句要求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05788" y="528351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一段完整工作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17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3405" y="568642"/>
            <a:ext cx="6470952" cy="826770"/>
            <a:chOff x="573405" y="568642"/>
            <a:chExt cx="6470952" cy="826770"/>
          </a:xfrm>
        </p:grpSpPr>
        <p:sp>
          <p:nvSpPr>
            <p:cNvPr id="3" name="TextBox 3"/>
            <p:cNvSpPr txBox="1"/>
            <p:nvPr/>
          </p:nvSpPr>
          <p:spPr>
            <a:xfrm>
              <a:off x="573405" y="568642"/>
              <a:ext cx="565908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前四颗看信箱，第五颗看忙不忙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88645" y="1060132"/>
              <a:ext cx="64557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每槽独立调亮，和槽号无关；右图示例为 3 个不同任务正在运行。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04900" y="1809750"/>
            <a:ext cx="9982200" cy="2266950"/>
            <a:chOff x="1104900" y="1809750"/>
            <a:chExt cx="9982200" cy="2266950"/>
          </a:xfrm>
        </p:grpSpPr>
        <p:sp>
          <p:nvSpPr>
            <p:cNvPr id="6" name="Freeform 6"/>
            <p:cNvSpPr/>
            <p:nvPr/>
          </p:nvSpPr>
          <p:spPr>
            <a:xfrm>
              <a:off x="1104900" y="1809750"/>
              <a:ext cx="9982200" cy="2266950"/>
            </a:xfrm>
            <a:custGeom>
              <a:avLst/>
              <a:gdLst/>
              <a:ahLst/>
              <a:cxnLst/>
              <a:rect l="l" t="t" r="r" b="b"/>
              <a:pathLst>
                <a:path w="9982200" h="2266950">
                  <a:moveTo>
                    <a:pt x="76200" y="0"/>
                  </a:moveTo>
                  <a:lnTo>
                    <a:pt x="9906000" y="0"/>
                  </a:lnTo>
                  <a:cubicBezTo>
                    <a:pt x="9948084" y="0"/>
                    <a:pt x="9982200" y="34116"/>
                    <a:pt x="9982200" y="76200"/>
                  </a:cubicBezTo>
                  <a:lnTo>
                    <a:pt x="9982200" y="2190750"/>
                  </a:lnTo>
                  <a:cubicBezTo>
                    <a:pt x="9982200" y="2232834"/>
                    <a:pt x="9948084" y="2266950"/>
                    <a:pt x="9906000" y="2266950"/>
                  </a:cubicBezTo>
                  <a:lnTo>
                    <a:pt x="76200" y="2266950"/>
                  </a:lnTo>
                  <a:cubicBezTo>
                    <a:pt x="34116" y="2266950"/>
                    <a:pt x="0" y="2232834"/>
                    <a:pt x="0" y="21907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3F5F3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962150" y="2343150"/>
              <a:ext cx="914400" cy="1514475"/>
              <a:chOff x="1962150" y="2343150"/>
              <a:chExt cx="914400" cy="1514475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962150" y="2343150"/>
                <a:ext cx="914400" cy="914400"/>
              </a:xfrm>
              <a:prstGeom prst="ellipse">
                <a:avLst/>
              </a:prstGeom>
              <a:solidFill>
                <a:srgbClr val="1E9668">
                  <a:alpha val="35000"/>
                </a:srgbClr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2085261" y="355282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SLOT 1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810000" y="2343150"/>
              <a:ext cx="914400" cy="1514475"/>
              <a:chOff x="3810000" y="2343150"/>
              <a:chExt cx="914400" cy="1514475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3810000" y="2343150"/>
                <a:ext cx="914400" cy="914400"/>
              </a:xfrm>
              <a:prstGeom prst="ellipse">
                <a:avLst/>
              </a:prstGeom>
              <a:solidFill>
                <a:srgbClr val="1E9668">
                  <a:alpha val="62000"/>
                </a:srgbClr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3906857" y="3552825"/>
                <a:ext cx="72068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SLOT 2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5657850" y="2343150"/>
              <a:ext cx="914400" cy="1514475"/>
              <a:chOff x="5657850" y="2343150"/>
              <a:chExt cx="914400" cy="1514475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5657850" y="2343150"/>
                <a:ext cx="914400" cy="914400"/>
              </a:xfrm>
              <a:prstGeom prst="ellipse">
                <a:avLst/>
              </a:prstGeom>
              <a:solidFill>
                <a:srgbClr val="1E9668">
                  <a:alpha val="88000"/>
                </a:srgbClr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5754707" y="3552825"/>
                <a:ext cx="72068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SLOT 3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505700" y="2343150"/>
              <a:ext cx="914400" cy="1514475"/>
              <a:chOff x="7505700" y="2343150"/>
              <a:chExt cx="914400" cy="1514475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7505700" y="2343150"/>
                <a:ext cx="914400" cy="914400"/>
              </a:xfrm>
              <a:prstGeom prst="ellipse">
                <a:avLst/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02557" y="3552825"/>
                <a:ext cx="72068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SLOT 4</a:t>
                </a:r>
              </a:p>
            </p:txBody>
          </p:sp>
        </p:grpSp>
        <p:sp>
          <p:nvSpPr>
            <p:cNvPr id="19" name="Line 19"/>
            <p:cNvSpPr/>
            <p:nvPr/>
          </p:nvSpPr>
          <p:spPr>
            <a:xfrm>
              <a:off x="8915400" y="2095500"/>
              <a:ext cx="9525" cy="1695450"/>
            </a:xfrm>
            <a:custGeom>
              <a:avLst/>
              <a:gdLst/>
              <a:ahLst/>
              <a:cxnLst/>
              <a:rect l="l" t="t" r="r" b="b"/>
              <a:pathLst>
                <a:path w="9525" h="1695450">
                  <a:moveTo>
                    <a:pt x="0" y="0"/>
                  </a:moveTo>
                  <a:lnTo>
                    <a:pt x="0" y="169545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9353550" y="2343150"/>
              <a:ext cx="914400" cy="1500188"/>
              <a:chOff x="9353550" y="2343150"/>
              <a:chExt cx="914400" cy="1500188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9353550" y="2343150"/>
                <a:ext cx="914400" cy="914400"/>
              </a:xfrm>
              <a:prstGeom prst="ellipse">
                <a:avLst/>
              </a:prstGeom>
              <a:solidFill>
                <a:srgbClr val="7A4DB3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429735" y="3569018"/>
                <a:ext cx="76203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3 个运行</a:t>
                </a: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1087755" y="4489132"/>
            <a:ext cx="5801678" cy="335280"/>
            <a:chOff x="1087755" y="4489132"/>
            <a:chExt cx="5801678" cy="335280"/>
          </a:xfrm>
        </p:grpSpPr>
        <p:sp>
          <p:nvSpPr>
            <p:cNvPr id="24" name="TextBox 24"/>
            <p:cNvSpPr txBox="1"/>
            <p:nvPr/>
          </p:nvSpPr>
          <p:spPr>
            <a:xfrm>
              <a:off x="1087755" y="4521518"/>
              <a:ext cx="5743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信箱灯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26945" y="4489132"/>
              <a:ext cx="46624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同一槽累计未听的完成次数越多，这一颗越亮。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87755" y="5086350"/>
            <a:ext cx="8277606" cy="640556"/>
            <a:chOff x="1087755" y="5086350"/>
            <a:chExt cx="8277606" cy="640556"/>
          </a:xfrm>
        </p:grpSpPr>
        <p:sp>
          <p:nvSpPr>
            <p:cNvPr id="27" name="TextBox 27"/>
            <p:cNvSpPr txBox="1"/>
            <p:nvPr/>
          </p:nvSpPr>
          <p:spPr>
            <a:xfrm>
              <a:off x="1087755" y="516921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第 5 灯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2247900" y="5086350"/>
              <a:ext cx="342900" cy="640556"/>
              <a:chOff x="2247900" y="5086350"/>
              <a:chExt cx="342900" cy="640556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2247900" y="5086350"/>
                <a:ext cx="342900" cy="342900"/>
              </a:xfrm>
              <a:prstGeom prst="ellipse">
                <a:avLst/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2363807" y="5498306"/>
                <a:ext cx="1110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0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390900" y="5086350"/>
              <a:ext cx="342900" cy="640556"/>
              <a:chOff x="3390900" y="5086350"/>
              <a:chExt cx="342900" cy="640556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3390900" y="5086350"/>
                <a:ext cx="342900" cy="342900"/>
              </a:xfrm>
              <a:prstGeom prst="ellipse">
                <a:avLst/>
              </a:prstGeom>
              <a:solidFill>
                <a:srgbClr val="E0A636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3525560" y="5498306"/>
                <a:ext cx="735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4533900" y="5086350"/>
              <a:ext cx="342900" cy="640556"/>
              <a:chOff x="4533900" y="5086350"/>
              <a:chExt cx="342900" cy="640556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4533900" y="5086350"/>
                <a:ext cx="342900" cy="342900"/>
              </a:xfrm>
              <a:prstGeom prst="ellipse">
                <a:avLst/>
              </a:prstGeom>
              <a:solidFill>
                <a:srgbClr val="D9822B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649807" y="5498306"/>
                <a:ext cx="1110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676900" y="5086350"/>
              <a:ext cx="342900" cy="640556"/>
              <a:chOff x="5676900" y="5086350"/>
              <a:chExt cx="342900" cy="640556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5676900" y="5086350"/>
                <a:ext cx="342900" cy="342900"/>
              </a:xfrm>
              <a:prstGeom prst="ellipse">
                <a:avLst/>
              </a:prstGeom>
              <a:solidFill>
                <a:srgbClr val="7A4DB3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5792807" y="5498306"/>
                <a:ext cx="1110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6819900" y="5086350"/>
              <a:ext cx="342900" cy="640556"/>
              <a:chOff x="6819900" y="5086350"/>
              <a:chExt cx="342900" cy="640556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6819900" y="5086350"/>
                <a:ext cx="342900" cy="342900"/>
              </a:xfrm>
              <a:prstGeom prst="ellipse">
                <a:avLst/>
              </a:prstGeom>
              <a:solidFill>
                <a:srgbClr val="D65C4A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935807" y="5498306"/>
                <a:ext cx="1110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7602855" y="5188268"/>
              <a:ext cx="17625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绿 / 黄 / 橙 / 紫 / 红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05712" y="54983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全部完成后回到绿色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18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6" grpId="0"/>
      <p:bldP spid="4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5958376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S5-S8：按一下，听对应任务汇报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685800" y="1619250"/>
            <a:ext cx="10839450" cy="3352800"/>
            <a:chOff x="685800" y="1619250"/>
            <a:chExt cx="10839450" cy="3352800"/>
          </a:xfrm>
        </p:grpSpPr>
        <p:grpSp>
          <p:nvGrpSpPr>
            <p:cNvPr id="10" name="Group 10"/>
            <p:cNvGrpSpPr/>
            <p:nvPr/>
          </p:nvGrpSpPr>
          <p:grpSpPr>
            <a:xfrm>
              <a:off x="685800" y="1619250"/>
              <a:ext cx="2324100" cy="3352800"/>
              <a:chOff x="685800" y="1619250"/>
              <a:chExt cx="2324100" cy="33528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685800" y="161925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1380125" y="2021205"/>
                <a:ext cx="93545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S1 · 说</a:t>
                </a:r>
              </a:p>
            </p:txBody>
          </p:sp>
          <p:sp>
            <p:nvSpPr>
              <p:cNvPr id="6" name="Line 6"/>
              <p:cNvSpPr/>
              <p:nvPr/>
            </p:nvSpPr>
            <p:spPr>
              <a:xfrm>
                <a:off x="1847850" y="2667000"/>
                <a:ext cx="9525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28700">
                    <a:moveTo>
                      <a:pt x="0" y="0"/>
                    </a:moveTo>
                    <a:lnTo>
                      <a:pt x="0" y="1028700"/>
                    </a:lnTo>
                  </a:path>
                </a:pathLst>
              </a:custGeom>
              <a:noFill/>
              <a:ln w="47625">
                <a:solidFill>
                  <a:srgbClr val="CBD2CE"/>
                </a:solidFill>
              </a:ln>
            </p:spPr>
          </p:sp>
          <p:sp>
            <p:nvSpPr>
              <p:cNvPr id="7" name="Polygon 7"/>
              <p:cNvSpPr/>
              <p:nvPr/>
            </p:nvSpPr>
            <p:spPr>
              <a:xfrm>
                <a:off x="1733550" y="36957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1143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CBD2CE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685800" y="392430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343370" y="4326255"/>
                <a:ext cx="10089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S5 · 听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524250" y="1619250"/>
              <a:ext cx="2324100" cy="3352800"/>
              <a:chOff x="3524250" y="1619250"/>
              <a:chExt cx="2324100" cy="33528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3524250" y="161925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181820" y="2021205"/>
                <a:ext cx="10089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S2 · 说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4686300" y="2667000"/>
                <a:ext cx="9525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28700">
                    <a:moveTo>
                      <a:pt x="0" y="0"/>
                    </a:moveTo>
                    <a:lnTo>
                      <a:pt x="0" y="1028700"/>
                    </a:lnTo>
                  </a:path>
                </a:pathLst>
              </a:custGeom>
              <a:noFill/>
              <a:ln w="47625">
                <a:solidFill>
                  <a:srgbClr val="CBD2CE"/>
                </a:solidFill>
              </a:ln>
            </p:spPr>
          </p:sp>
          <p:sp>
            <p:nvSpPr>
              <p:cNvPr id="14" name="Polygon 14"/>
              <p:cNvSpPr/>
              <p:nvPr/>
            </p:nvSpPr>
            <p:spPr>
              <a:xfrm>
                <a:off x="4572000" y="36957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1143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CBD2CE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524250" y="392430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181820" y="4326255"/>
                <a:ext cx="10089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S6 · 听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362700" y="1619250"/>
              <a:ext cx="2324100" cy="3352800"/>
              <a:chOff x="6362700" y="1619250"/>
              <a:chExt cx="2324100" cy="33528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362700" y="161925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020270" y="2021205"/>
                <a:ext cx="10089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S3 · 说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7524750" y="2667000"/>
                <a:ext cx="9525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28700">
                    <a:moveTo>
                      <a:pt x="0" y="0"/>
                    </a:moveTo>
                    <a:lnTo>
                      <a:pt x="0" y="1028700"/>
                    </a:lnTo>
                  </a:path>
                </a:pathLst>
              </a:custGeom>
              <a:noFill/>
              <a:ln w="47625">
                <a:solidFill>
                  <a:srgbClr val="CBD2CE"/>
                </a:solidFill>
              </a:ln>
            </p:spPr>
          </p:sp>
          <p:sp>
            <p:nvSpPr>
              <p:cNvPr id="21" name="Polygon 21"/>
              <p:cNvSpPr/>
              <p:nvPr/>
            </p:nvSpPr>
            <p:spPr>
              <a:xfrm>
                <a:off x="7410450" y="36957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1143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CBD2CE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6362700" y="392430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020270" y="4326255"/>
                <a:ext cx="10089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S7 · 听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9201150" y="1619250"/>
              <a:ext cx="2324100" cy="3352800"/>
              <a:chOff x="9201150" y="1619250"/>
              <a:chExt cx="2324100" cy="33528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9201150" y="161925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858720" y="2021205"/>
                <a:ext cx="10089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S4 · 说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10363200" y="2667000"/>
                <a:ext cx="9525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28700">
                    <a:moveTo>
                      <a:pt x="0" y="0"/>
                    </a:moveTo>
                    <a:lnTo>
                      <a:pt x="0" y="1028700"/>
                    </a:lnTo>
                  </a:path>
                </a:pathLst>
              </a:custGeom>
              <a:noFill/>
              <a:ln w="47625">
                <a:solidFill>
                  <a:srgbClr val="CBD2CE"/>
                </a:solidFill>
              </a:ln>
            </p:spPr>
          </p:sp>
          <p:sp>
            <p:nvSpPr>
              <p:cNvPr id="28" name="Polygon 28"/>
              <p:cNvSpPr/>
              <p:nvPr/>
            </p:nvSpPr>
            <p:spPr>
              <a:xfrm>
                <a:off x="10248900" y="36957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1143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CBD2CE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9201150" y="392430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9858720" y="4326255"/>
                <a:ext cx="10089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S8 · 听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3544729" y="5536882"/>
            <a:ext cx="5102542" cy="335280"/>
            <a:chOff x="3544729" y="5536882"/>
            <a:chExt cx="5102542" cy="335280"/>
          </a:xfrm>
        </p:grpSpPr>
        <p:sp>
          <p:nvSpPr>
            <p:cNvPr id="33" name="TextBox 33"/>
            <p:cNvSpPr txBox="1"/>
            <p:nvPr/>
          </p:nvSpPr>
          <p:spPr>
            <a:xfrm>
              <a:off x="3544729" y="5536882"/>
              <a:ext cx="51025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一组键位就是一个频道：上排发消息，下排收回信。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19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975" y="547688"/>
            <a:ext cx="534590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50" b="1" dirty="0">
                <a:solidFill>
                  <a:srgbClr val="F3F5F3"/>
                </a:solidFill>
                <a:latin typeface="Arial Black"/>
                <a:ea typeface="Microsoft YaHei"/>
                <a:cs typeface="Arial Black"/>
              </a:rPr>
              <a:t>三个角色，分工很简单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87933" y="2133600"/>
            <a:ext cx="2405634" cy="3138488"/>
            <a:chOff x="987933" y="2133600"/>
            <a:chExt cx="2405634" cy="3138488"/>
          </a:xfrm>
        </p:grpSpPr>
        <p:sp>
          <p:nvSpPr>
            <p:cNvPr id="4" name="Ellipse 4"/>
            <p:cNvSpPr/>
            <p:nvPr/>
          </p:nvSpPr>
          <p:spPr>
            <a:xfrm>
              <a:off x="1085850" y="2133600"/>
              <a:ext cx="2209800" cy="2209800"/>
            </a:xfrm>
            <a:prstGeom prst="ellipse">
              <a:avLst/>
            </a:prstGeom>
            <a:solidFill>
              <a:srgbClr val="2D7D9A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1757362" y="2928937"/>
              <a:ext cx="866775" cy="619125"/>
              <a:chOff x="1757362" y="2928937"/>
              <a:chExt cx="866775" cy="61912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788298" y="2959873"/>
                <a:ext cx="804883" cy="557176"/>
              </a:xfrm>
              <a:custGeom>
                <a:avLst/>
                <a:gdLst/>
                <a:ahLst/>
                <a:cxnLst/>
                <a:rect l="l" t="t" r="r" b="b"/>
                <a:pathLst>
                  <a:path w="804883" h="557176">
                    <a:moveTo>
                      <a:pt x="804883" y="32873"/>
                    </a:moveTo>
                    <a:lnTo>
                      <a:pt x="804883" y="524303"/>
                    </a:lnTo>
                    <a:cubicBezTo>
                      <a:pt x="804883" y="533016"/>
                      <a:pt x="801422" y="541372"/>
                      <a:pt x="795261" y="547533"/>
                    </a:cubicBezTo>
                    <a:cubicBezTo>
                      <a:pt x="789100" y="553694"/>
                      <a:pt x="780744" y="557156"/>
                      <a:pt x="772031" y="557156"/>
                    </a:cubicBezTo>
                    <a:lnTo>
                      <a:pt x="32950" y="557156"/>
                    </a:lnTo>
                    <a:cubicBezTo>
                      <a:pt x="24237" y="557176"/>
                      <a:pt x="15873" y="553735"/>
                      <a:pt x="9697" y="547588"/>
                    </a:cubicBezTo>
                    <a:cubicBezTo>
                      <a:pt x="3522" y="541442"/>
                      <a:pt x="41" y="533094"/>
                      <a:pt x="21" y="524381"/>
                    </a:cubicBezTo>
                    <a:lnTo>
                      <a:pt x="21" y="32950"/>
                    </a:lnTo>
                    <a:cubicBezTo>
                      <a:pt x="0" y="24224"/>
                      <a:pt x="3452" y="15848"/>
                      <a:pt x="9615" y="9670"/>
                    </a:cubicBezTo>
                    <a:cubicBezTo>
                      <a:pt x="15779" y="3492"/>
                      <a:pt x="24146" y="21"/>
                      <a:pt x="32873" y="21"/>
                    </a:cubicBezTo>
                    <a:lnTo>
                      <a:pt x="771953" y="21"/>
                    </a:lnTo>
                    <a:cubicBezTo>
                      <a:pt x="780680" y="0"/>
                      <a:pt x="789056" y="3452"/>
                      <a:pt x="795233" y="9615"/>
                    </a:cubicBezTo>
                    <a:cubicBezTo>
                      <a:pt x="801411" y="15779"/>
                      <a:pt x="804883" y="24146"/>
                      <a:pt x="804883" y="32873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757362" y="2928937"/>
                <a:ext cx="866775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w="866775" h="619125">
                    <a:moveTo>
                      <a:pt x="802966" y="0"/>
                    </a:moveTo>
                    <a:lnTo>
                      <a:pt x="63886" y="0"/>
                    </a:lnTo>
                    <a:cubicBezTo>
                      <a:pt x="28633" y="0"/>
                      <a:pt x="43" y="28556"/>
                      <a:pt x="0" y="63809"/>
                    </a:cubicBezTo>
                    <a:lnTo>
                      <a:pt x="0" y="555239"/>
                    </a:lnTo>
                    <a:cubicBezTo>
                      <a:pt x="0" y="590492"/>
                      <a:pt x="28556" y="619082"/>
                      <a:pt x="63809" y="619125"/>
                    </a:cubicBezTo>
                    <a:lnTo>
                      <a:pt x="802889" y="619125"/>
                    </a:lnTo>
                    <a:cubicBezTo>
                      <a:pt x="838142" y="619125"/>
                      <a:pt x="866732" y="590569"/>
                      <a:pt x="866775" y="555316"/>
                    </a:cubicBezTo>
                    <a:lnTo>
                      <a:pt x="866775" y="63886"/>
                    </a:lnTo>
                    <a:cubicBezTo>
                      <a:pt x="866775" y="28633"/>
                      <a:pt x="838219" y="43"/>
                      <a:pt x="802966" y="0"/>
                    </a:cubicBezTo>
                    <a:close/>
                    <a:moveTo>
                      <a:pt x="804863" y="555316"/>
                    </a:moveTo>
                    <a:cubicBezTo>
                      <a:pt x="804863" y="555819"/>
                      <a:pt x="804663" y="556302"/>
                      <a:pt x="804307" y="556657"/>
                    </a:cubicBezTo>
                    <a:cubicBezTo>
                      <a:pt x="803952" y="557013"/>
                      <a:pt x="803469" y="557213"/>
                      <a:pt x="802966" y="557213"/>
                    </a:cubicBezTo>
                    <a:lnTo>
                      <a:pt x="63886" y="557213"/>
                    </a:lnTo>
                    <a:cubicBezTo>
                      <a:pt x="63383" y="557213"/>
                      <a:pt x="62901" y="557013"/>
                      <a:pt x="62545" y="556657"/>
                    </a:cubicBezTo>
                    <a:cubicBezTo>
                      <a:pt x="62190" y="556302"/>
                      <a:pt x="61990" y="555819"/>
                      <a:pt x="61990" y="555316"/>
                    </a:cubicBezTo>
                    <a:lnTo>
                      <a:pt x="61990" y="63886"/>
                    </a:lnTo>
                    <a:cubicBezTo>
                      <a:pt x="61990" y="62839"/>
                      <a:pt x="62839" y="61990"/>
                      <a:pt x="63886" y="61990"/>
                    </a:cubicBezTo>
                    <a:lnTo>
                      <a:pt x="802966" y="61990"/>
                    </a:lnTo>
                    <a:cubicBezTo>
                      <a:pt x="803469" y="61990"/>
                      <a:pt x="803952" y="62190"/>
                      <a:pt x="804307" y="62545"/>
                    </a:cubicBezTo>
                    <a:cubicBezTo>
                      <a:pt x="804663" y="62901"/>
                      <a:pt x="804863" y="63383"/>
                      <a:pt x="804863" y="63886"/>
                    </a:cubicBezTo>
                    <a:close/>
                    <a:moveTo>
                      <a:pt x="742950" y="309563"/>
                    </a:moveTo>
                    <a:cubicBezTo>
                      <a:pt x="742950" y="326659"/>
                      <a:pt x="729090" y="340519"/>
                      <a:pt x="711994" y="340519"/>
                    </a:cubicBezTo>
                    <a:lnTo>
                      <a:pt x="154781" y="340519"/>
                    </a:lnTo>
                    <a:cubicBezTo>
                      <a:pt x="137685" y="340519"/>
                      <a:pt x="123825" y="326659"/>
                      <a:pt x="123825" y="309563"/>
                    </a:cubicBezTo>
                    <a:cubicBezTo>
                      <a:pt x="123825" y="292466"/>
                      <a:pt x="137685" y="278606"/>
                      <a:pt x="154781" y="278606"/>
                    </a:cubicBezTo>
                    <a:lnTo>
                      <a:pt x="711994" y="278606"/>
                    </a:lnTo>
                    <a:cubicBezTo>
                      <a:pt x="729090" y="278606"/>
                      <a:pt x="742950" y="292466"/>
                      <a:pt x="742950" y="309563"/>
                    </a:cubicBezTo>
                    <a:close/>
                    <a:moveTo>
                      <a:pt x="742950" y="185738"/>
                    </a:moveTo>
                    <a:cubicBezTo>
                      <a:pt x="742950" y="202834"/>
                      <a:pt x="729090" y="216694"/>
                      <a:pt x="711994" y="216694"/>
                    </a:cubicBezTo>
                    <a:lnTo>
                      <a:pt x="154781" y="216694"/>
                    </a:lnTo>
                    <a:cubicBezTo>
                      <a:pt x="137685" y="216694"/>
                      <a:pt x="123825" y="202834"/>
                      <a:pt x="123825" y="185738"/>
                    </a:cubicBezTo>
                    <a:cubicBezTo>
                      <a:pt x="123825" y="168641"/>
                      <a:pt x="137685" y="154781"/>
                      <a:pt x="154781" y="154781"/>
                    </a:cubicBezTo>
                    <a:lnTo>
                      <a:pt x="711994" y="154781"/>
                    </a:lnTo>
                    <a:cubicBezTo>
                      <a:pt x="729090" y="154781"/>
                      <a:pt x="742950" y="168641"/>
                      <a:pt x="742950" y="185738"/>
                    </a:cubicBezTo>
                    <a:close/>
                    <a:moveTo>
                      <a:pt x="216694" y="433388"/>
                    </a:moveTo>
                    <a:cubicBezTo>
                      <a:pt x="216694" y="450484"/>
                      <a:pt x="202834" y="464344"/>
                      <a:pt x="185738" y="464344"/>
                    </a:cubicBezTo>
                    <a:lnTo>
                      <a:pt x="154781" y="464344"/>
                    </a:lnTo>
                    <a:cubicBezTo>
                      <a:pt x="137685" y="464344"/>
                      <a:pt x="123825" y="450484"/>
                      <a:pt x="123825" y="433388"/>
                    </a:cubicBezTo>
                    <a:cubicBezTo>
                      <a:pt x="123825" y="416291"/>
                      <a:pt x="137685" y="402431"/>
                      <a:pt x="154781" y="402431"/>
                    </a:cubicBezTo>
                    <a:lnTo>
                      <a:pt x="185738" y="402431"/>
                    </a:lnTo>
                    <a:cubicBezTo>
                      <a:pt x="202834" y="402431"/>
                      <a:pt x="216694" y="416291"/>
                      <a:pt x="216694" y="433388"/>
                    </a:cubicBezTo>
                    <a:close/>
                    <a:moveTo>
                      <a:pt x="588169" y="433388"/>
                    </a:moveTo>
                    <a:cubicBezTo>
                      <a:pt x="588169" y="450484"/>
                      <a:pt x="574309" y="464344"/>
                      <a:pt x="557213" y="464344"/>
                    </a:cubicBezTo>
                    <a:lnTo>
                      <a:pt x="309563" y="464344"/>
                    </a:lnTo>
                    <a:cubicBezTo>
                      <a:pt x="292466" y="464344"/>
                      <a:pt x="278606" y="450484"/>
                      <a:pt x="278606" y="433388"/>
                    </a:cubicBezTo>
                    <a:cubicBezTo>
                      <a:pt x="278606" y="416291"/>
                      <a:pt x="292466" y="402431"/>
                      <a:pt x="309563" y="402431"/>
                    </a:cubicBezTo>
                    <a:lnTo>
                      <a:pt x="557213" y="402431"/>
                    </a:lnTo>
                    <a:cubicBezTo>
                      <a:pt x="574309" y="402431"/>
                      <a:pt x="588169" y="416291"/>
                      <a:pt x="588169" y="433388"/>
                    </a:cubicBezTo>
                    <a:close/>
                    <a:moveTo>
                      <a:pt x="742950" y="433388"/>
                    </a:moveTo>
                    <a:cubicBezTo>
                      <a:pt x="742950" y="450484"/>
                      <a:pt x="729090" y="464344"/>
                      <a:pt x="711994" y="464344"/>
                    </a:cubicBezTo>
                    <a:lnTo>
                      <a:pt x="681038" y="464344"/>
                    </a:lnTo>
                    <a:cubicBezTo>
                      <a:pt x="663941" y="464344"/>
                      <a:pt x="650081" y="450484"/>
                      <a:pt x="650081" y="433388"/>
                    </a:cubicBezTo>
                    <a:cubicBezTo>
                      <a:pt x="650081" y="416291"/>
                      <a:pt x="663941" y="402431"/>
                      <a:pt x="681038" y="402431"/>
                    </a:cubicBezTo>
                    <a:lnTo>
                      <a:pt x="711994" y="402431"/>
                    </a:lnTo>
                    <a:cubicBezTo>
                      <a:pt x="729090" y="402431"/>
                      <a:pt x="742950" y="416291"/>
                      <a:pt x="742950" y="433388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987933" y="4554855"/>
              <a:ext cx="24056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键盘：输入与反馈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83481" y="49977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收声音、亮五灯、播声音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295650" y="2133600"/>
            <a:ext cx="3981114" cy="3138488"/>
            <a:chOff x="3295650" y="2133600"/>
            <a:chExt cx="3981114" cy="3138488"/>
          </a:xfrm>
        </p:grpSpPr>
        <p:sp>
          <p:nvSpPr>
            <p:cNvPr id="11" name="Line 11"/>
            <p:cNvSpPr/>
            <p:nvPr/>
          </p:nvSpPr>
          <p:spPr>
            <a:xfrm>
              <a:off x="3295650" y="3238500"/>
              <a:ext cx="1466850" cy="9525"/>
            </a:xfrm>
            <a:custGeom>
              <a:avLst/>
              <a:gdLst/>
              <a:ahLst/>
              <a:cxnLst/>
              <a:rect l="l" t="t" r="r" b="b"/>
              <a:pathLst>
                <a:path w="1466850" h="9525">
                  <a:moveTo>
                    <a:pt x="0" y="0"/>
                  </a:moveTo>
                  <a:lnTo>
                    <a:pt x="1466850" y="0"/>
                  </a:lnTo>
                </a:path>
              </a:pathLst>
            </a:custGeom>
            <a:noFill/>
            <a:ln w="57150">
              <a:solidFill>
                <a:srgbClr val="CBD2CE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4762500" y="31051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CBD2CE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4991100" y="2133600"/>
              <a:ext cx="2209800" cy="2209800"/>
            </a:xfrm>
            <a:prstGeom prst="ellipse">
              <a:avLst/>
            </a:prstGeom>
            <a:solidFill>
              <a:srgbClr val="1E9668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693569" y="2897981"/>
              <a:ext cx="804862" cy="742950"/>
              <a:chOff x="5693569" y="2897981"/>
              <a:chExt cx="804862" cy="74295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724525" y="2928938"/>
                <a:ext cx="742950" cy="402431"/>
              </a:xfrm>
              <a:custGeom>
                <a:avLst/>
                <a:gdLst/>
                <a:ahLst/>
                <a:cxnLst/>
                <a:rect l="l" t="t" r="r" b="b"/>
                <a:pathLst>
                  <a:path w="742950" h="402431">
                    <a:moveTo>
                      <a:pt x="742950" y="61912"/>
                    </a:moveTo>
                    <a:lnTo>
                      <a:pt x="742950" y="402431"/>
                    </a:lnTo>
                    <a:lnTo>
                      <a:pt x="0" y="402431"/>
                    </a:lnTo>
                    <a:lnTo>
                      <a:pt x="0" y="61912"/>
                    </a:lnTo>
                    <a:cubicBezTo>
                      <a:pt x="0" y="27719"/>
                      <a:pt x="27719" y="0"/>
                      <a:pt x="61912" y="0"/>
                    </a:cubicBezTo>
                    <a:lnTo>
                      <a:pt x="681038" y="0"/>
                    </a:lnTo>
                    <a:cubicBezTo>
                      <a:pt x="715231" y="0"/>
                      <a:pt x="742950" y="27719"/>
                      <a:pt x="742950" y="61912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693569" y="2897981"/>
                <a:ext cx="804862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804862" h="742950">
                    <a:moveTo>
                      <a:pt x="711994" y="0"/>
                    </a:moveTo>
                    <a:lnTo>
                      <a:pt x="92869" y="0"/>
                    </a:lnTo>
                    <a:cubicBezTo>
                      <a:pt x="41579" y="0"/>
                      <a:pt x="0" y="41579"/>
                      <a:pt x="0" y="92869"/>
                    </a:cubicBezTo>
                    <a:lnTo>
                      <a:pt x="0" y="526256"/>
                    </a:lnTo>
                    <a:cubicBezTo>
                      <a:pt x="0" y="577546"/>
                      <a:pt x="41579" y="619125"/>
                      <a:pt x="92869" y="619125"/>
                    </a:cubicBezTo>
                    <a:lnTo>
                      <a:pt x="371475" y="619125"/>
                    </a:lnTo>
                    <a:lnTo>
                      <a:pt x="371475" y="681038"/>
                    </a:lnTo>
                    <a:lnTo>
                      <a:pt x="278606" y="681038"/>
                    </a:lnTo>
                    <a:cubicBezTo>
                      <a:pt x="261510" y="681038"/>
                      <a:pt x="247650" y="694897"/>
                      <a:pt x="247650" y="711994"/>
                    </a:cubicBezTo>
                    <a:cubicBezTo>
                      <a:pt x="247650" y="729090"/>
                      <a:pt x="261510" y="742950"/>
                      <a:pt x="278606" y="742950"/>
                    </a:cubicBezTo>
                    <a:lnTo>
                      <a:pt x="526256" y="742950"/>
                    </a:lnTo>
                    <a:cubicBezTo>
                      <a:pt x="543353" y="742950"/>
                      <a:pt x="557212" y="729090"/>
                      <a:pt x="557212" y="711994"/>
                    </a:cubicBezTo>
                    <a:cubicBezTo>
                      <a:pt x="557212" y="694897"/>
                      <a:pt x="543353" y="681038"/>
                      <a:pt x="526256" y="681038"/>
                    </a:cubicBezTo>
                    <a:lnTo>
                      <a:pt x="433388" y="681038"/>
                    </a:lnTo>
                    <a:lnTo>
                      <a:pt x="433388" y="619125"/>
                    </a:lnTo>
                    <a:lnTo>
                      <a:pt x="711994" y="619125"/>
                    </a:lnTo>
                    <a:cubicBezTo>
                      <a:pt x="763284" y="619125"/>
                      <a:pt x="804862" y="577546"/>
                      <a:pt x="804862" y="526256"/>
                    </a:cubicBezTo>
                    <a:lnTo>
                      <a:pt x="804862" y="92869"/>
                    </a:lnTo>
                    <a:cubicBezTo>
                      <a:pt x="804862" y="41579"/>
                      <a:pt x="763284" y="0"/>
                      <a:pt x="711994" y="0"/>
                    </a:cubicBezTo>
                    <a:close/>
                    <a:moveTo>
                      <a:pt x="92869" y="61912"/>
                    </a:moveTo>
                    <a:lnTo>
                      <a:pt x="711994" y="61912"/>
                    </a:lnTo>
                    <a:cubicBezTo>
                      <a:pt x="729090" y="61912"/>
                      <a:pt x="742950" y="75772"/>
                      <a:pt x="742950" y="92869"/>
                    </a:cubicBezTo>
                    <a:lnTo>
                      <a:pt x="742950" y="402431"/>
                    </a:lnTo>
                    <a:lnTo>
                      <a:pt x="61912" y="402431"/>
                    </a:lnTo>
                    <a:lnTo>
                      <a:pt x="61912" y="92869"/>
                    </a:lnTo>
                    <a:cubicBezTo>
                      <a:pt x="61912" y="75772"/>
                      <a:pt x="75772" y="61912"/>
                      <a:pt x="92869" y="61912"/>
                    </a:cubicBezTo>
                    <a:close/>
                    <a:moveTo>
                      <a:pt x="711994" y="557212"/>
                    </a:moveTo>
                    <a:lnTo>
                      <a:pt x="92869" y="557212"/>
                    </a:lnTo>
                    <a:cubicBezTo>
                      <a:pt x="75772" y="557212"/>
                      <a:pt x="61912" y="543353"/>
                      <a:pt x="61912" y="526256"/>
                    </a:cubicBezTo>
                    <a:lnTo>
                      <a:pt x="61912" y="464344"/>
                    </a:lnTo>
                    <a:lnTo>
                      <a:pt x="742950" y="464344"/>
                    </a:lnTo>
                    <a:lnTo>
                      <a:pt x="742950" y="526256"/>
                    </a:lnTo>
                    <a:cubicBezTo>
                      <a:pt x="742950" y="543353"/>
                      <a:pt x="729090" y="557212"/>
                      <a:pt x="711994" y="557212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915236" y="4554855"/>
              <a:ext cx="236152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Mac：连接与调度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98720" y="499776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绑定、数任务、总结、缓存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200900" y="2133600"/>
            <a:ext cx="3905250" cy="3138488"/>
            <a:chOff x="7200900" y="2133600"/>
            <a:chExt cx="3905250" cy="3138488"/>
          </a:xfrm>
        </p:grpSpPr>
        <p:sp>
          <p:nvSpPr>
            <p:cNvPr id="20" name="Line 20"/>
            <p:cNvSpPr/>
            <p:nvPr/>
          </p:nvSpPr>
          <p:spPr>
            <a:xfrm>
              <a:off x="7200900" y="3238500"/>
              <a:ext cx="1466850" cy="9525"/>
            </a:xfrm>
            <a:custGeom>
              <a:avLst/>
              <a:gdLst/>
              <a:ahLst/>
              <a:cxnLst/>
              <a:rect l="l" t="t" r="r" b="b"/>
              <a:pathLst>
                <a:path w="1466850" h="9525">
                  <a:moveTo>
                    <a:pt x="0" y="0"/>
                  </a:moveTo>
                  <a:lnTo>
                    <a:pt x="1466850" y="0"/>
                  </a:lnTo>
                </a:path>
              </a:pathLst>
            </a:custGeom>
            <a:noFill/>
            <a:ln w="57150">
              <a:solidFill>
                <a:srgbClr val="CBD2CE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8667750" y="31051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CBD2CE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8896350" y="2133600"/>
              <a:ext cx="2209800" cy="2209800"/>
            </a:xfrm>
            <a:prstGeom prst="ellipse">
              <a:avLst/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9536916" y="2866080"/>
              <a:ext cx="928669" cy="743896"/>
              <a:chOff x="9536916" y="2866080"/>
              <a:chExt cx="928669" cy="74389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9567862" y="3083719"/>
                <a:ext cx="866775" cy="309562"/>
              </a:xfrm>
              <a:custGeom>
                <a:avLst/>
                <a:gdLst/>
                <a:ahLst/>
                <a:cxnLst/>
                <a:rect l="l" t="t" r="r" b="b"/>
                <a:pathLst>
                  <a:path w="866775" h="309562">
                    <a:moveTo>
                      <a:pt x="866775" y="154781"/>
                    </a:moveTo>
                    <a:lnTo>
                      <a:pt x="681038" y="309562"/>
                    </a:lnTo>
                    <a:lnTo>
                      <a:pt x="185738" y="309562"/>
                    </a:lnTo>
                    <a:lnTo>
                      <a:pt x="0" y="154781"/>
                    </a:lnTo>
                    <a:lnTo>
                      <a:pt x="185738" y="0"/>
                    </a:lnTo>
                    <a:lnTo>
                      <a:pt x="681038" y="0"/>
                    </a:lnTo>
                    <a:close/>
                  </a:path>
                </a:pathLst>
              </a:custGeom>
              <a:solidFill>
                <a:srgbClr val="19211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536916" y="2866080"/>
                <a:ext cx="928669" cy="743896"/>
              </a:xfrm>
              <a:custGeom>
                <a:avLst/>
                <a:gdLst/>
                <a:ahLst/>
                <a:cxnLst/>
                <a:rect l="l" t="t" r="r" b="b"/>
                <a:pathLst>
                  <a:path w="928669" h="743896">
                    <a:moveTo>
                      <a:pt x="236496" y="241436"/>
                    </a:moveTo>
                    <a:lnTo>
                      <a:pt x="79316" y="372420"/>
                    </a:lnTo>
                    <a:lnTo>
                      <a:pt x="236496" y="503403"/>
                    </a:lnTo>
                    <a:cubicBezTo>
                      <a:pt x="245243" y="510405"/>
                      <a:pt x="249524" y="521587"/>
                      <a:pt x="247689" y="532640"/>
                    </a:cubicBezTo>
                    <a:cubicBezTo>
                      <a:pt x="245854" y="543693"/>
                      <a:pt x="238189" y="552892"/>
                      <a:pt x="227649" y="556691"/>
                    </a:cubicBezTo>
                    <a:cubicBezTo>
                      <a:pt x="217109" y="560491"/>
                      <a:pt x="205338" y="558299"/>
                      <a:pt x="196872" y="550960"/>
                    </a:cubicBezTo>
                    <a:lnTo>
                      <a:pt x="11135" y="396178"/>
                    </a:lnTo>
                    <a:cubicBezTo>
                      <a:pt x="4079" y="390297"/>
                      <a:pt x="0" y="381586"/>
                      <a:pt x="0" y="372400"/>
                    </a:cubicBezTo>
                    <a:cubicBezTo>
                      <a:pt x="0" y="363215"/>
                      <a:pt x="4079" y="354503"/>
                      <a:pt x="11135" y="348622"/>
                    </a:cubicBezTo>
                    <a:lnTo>
                      <a:pt x="196872" y="193841"/>
                    </a:lnTo>
                    <a:cubicBezTo>
                      <a:pt x="210016" y="182899"/>
                      <a:pt x="229540" y="184683"/>
                      <a:pt x="240482" y="197826"/>
                    </a:cubicBezTo>
                    <a:cubicBezTo>
                      <a:pt x="251424" y="210969"/>
                      <a:pt x="249640" y="230494"/>
                      <a:pt x="236496" y="241436"/>
                    </a:cubicBezTo>
                    <a:close/>
                    <a:moveTo>
                      <a:pt x="917534" y="348622"/>
                    </a:moveTo>
                    <a:lnTo>
                      <a:pt x="731796" y="193841"/>
                    </a:lnTo>
                    <a:cubicBezTo>
                      <a:pt x="718653" y="182899"/>
                      <a:pt x="699129" y="184683"/>
                      <a:pt x="688187" y="197826"/>
                    </a:cubicBezTo>
                    <a:cubicBezTo>
                      <a:pt x="677245" y="210969"/>
                      <a:pt x="679029" y="230494"/>
                      <a:pt x="692172" y="241436"/>
                    </a:cubicBezTo>
                    <a:lnTo>
                      <a:pt x="849353" y="372420"/>
                    </a:lnTo>
                    <a:lnTo>
                      <a:pt x="692172" y="503403"/>
                    </a:lnTo>
                    <a:cubicBezTo>
                      <a:pt x="683426" y="510405"/>
                      <a:pt x="679145" y="521587"/>
                      <a:pt x="680980" y="532640"/>
                    </a:cubicBezTo>
                    <a:cubicBezTo>
                      <a:pt x="682815" y="543693"/>
                      <a:pt x="690480" y="552892"/>
                      <a:pt x="701020" y="556691"/>
                    </a:cubicBezTo>
                    <a:cubicBezTo>
                      <a:pt x="711560" y="560491"/>
                      <a:pt x="723331" y="558299"/>
                      <a:pt x="731796" y="550960"/>
                    </a:cubicBezTo>
                    <a:lnTo>
                      <a:pt x="917534" y="396178"/>
                    </a:lnTo>
                    <a:cubicBezTo>
                      <a:pt x="924590" y="390297"/>
                      <a:pt x="928669" y="381586"/>
                      <a:pt x="928669" y="372400"/>
                    </a:cubicBezTo>
                    <a:cubicBezTo>
                      <a:pt x="928669" y="363215"/>
                      <a:pt x="924590" y="354503"/>
                      <a:pt x="917534" y="348622"/>
                    </a:cubicBezTo>
                    <a:close/>
                    <a:moveTo>
                      <a:pt x="598723" y="2802"/>
                    </a:moveTo>
                    <a:cubicBezTo>
                      <a:pt x="591006" y="0"/>
                      <a:pt x="582491" y="379"/>
                      <a:pt x="575053" y="3855"/>
                    </a:cubicBezTo>
                    <a:cubicBezTo>
                      <a:pt x="567615" y="7331"/>
                      <a:pt x="561862" y="13619"/>
                      <a:pt x="559061" y="21337"/>
                    </a:cubicBezTo>
                    <a:lnTo>
                      <a:pt x="311411" y="702374"/>
                    </a:lnTo>
                    <a:cubicBezTo>
                      <a:pt x="308597" y="710097"/>
                      <a:pt x="308969" y="718621"/>
                      <a:pt x="312446" y="726068"/>
                    </a:cubicBezTo>
                    <a:cubicBezTo>
                      <a:pt x="315923" y="733516"/>
                      <a:pt x="322219" y="739275"/>
                      <a:pt x="329946" y="742076"/>
                    </a:cubicBezTo>
                    <a:cubicBezTo>
                      <a:pt x="333337" y="743281"/>
                      <a:pt x="336910" y="743896"/>
                      <a:pt x="340509" y="743895"/>
                    </a:cubicBezTo>
                    <a:cubicBezTo>
                      <a:pt x="353533" y="743895"/>
                      <a:pt x="365164" y="735744"/>
                      <a:pt x="369608" y="723502"/>
                    </a:cubicBezTo>
                    <a:lnTo>
                      <a:pt x="617258" y="42465"/>
                    </a:lnTo>
                    <a:cubicBezTo>
                      <a:pt x="620060" y="34747"/>
                      <a:pt x="619682" y="26233"/>
                      <a:pt x="616206" y="18794"/>
                    </a:cubicBezTo>
                    <a:cubicBezTo>
                      <a:pt x="612730" y="11356"/>
                      <a:pt x="606441" y="5603"/>
                      <a:pt x="598723" y="2802"/>
                    </a:cubicBezTo>
                    <a:close/>
                  </a:path>
                </a:pathLst>
              </a:custGeom>
              <a:solidFill>
                <a:srgbClr val="19211F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938100" y="4554855"/>
              <a:ext cx="212629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Codex 是执行者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74004" y="49977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真正写代码、跑测试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20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1975" y="585788"/>
            <a:ext cx="6467475" cy="966787"/>
            <a:chOff x="561975" y="585788"/>
            <a:chExt cx="6467475" cy="966787"/>
          </a:xfrm>
        </p:grpSpPr>
        <p:sp>
          <p:nvSpPr>
            <p:cNvPr id="3" name="TextBox 3"/>
            <p:cNvSpPr txBox="1"/>
            <p:nvPr/>
          </p:nvSpPr>
          <p:spPr>
            <a:xfrm>
              <a:off x="561975" y="585788"/>
              <a:ext cx="587097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原理基础篇：十张概念卡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1247775"/>
              <a:ext cx="6438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复现时每一步背后都有一个「为什么」。名词看不懂，随时回这一章查。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09600" y="2000250"/>
            <a:ext cx="10972800" cy="3486150"/>
            <a:chOff x="609600" y="2000250"/>
            <a:chExt cx="10972800" cy="3486150"/>
          </a:xfrm>
        </p:grpSpPr>
        <p:sp>
          <p:nvSpPr>
            <p:cNvPr id="6" name="Rectangle 6"/>
            <p:cNvSpPr/>
            <p:nvPr/>
          </p:nvSpPr>
          <p:spPr>
            <a:xfrm>
              <a:off x="609600" y="2000250"/>
              <a:ext cx="2057400" cy="1619250"/>
            </a:xfrm>
            <a:prstGeom prst="roundRect">
              <a:avLst>
                <a:gd name="adj" fmla="val 5882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441195" y="2293475"/>
              <a:ext cx="394192" cy="321177"/>
              <a:chOff x="1441195" y="2293475"/>
              <a:chExt cx="394192" cy="32117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54623" y="2293475"/>
                <a:ext cx="367354" cy="308047"/>
              </a:xfrm>
              <a:custGeom>
                <a:avLst/>
                <a:gdLst/>
                <a:ahLst/>
                <a:cxnLst/>
                <a:rect l="l" t="t" r="r" b="b"/>
                <a:pathLst>
                  <a:path w="367354" h="308047">
                    <a:moveTo>
                      <a:pt x="364087" y="97983"/>
                    </a:moveTo>
                    <a:lnTo>
                      <a:pt x="193827" y="303326"/>
                    </a:lnTo>
                    <a:cubicBezTo>
                      <a:pt x="191339" y="306317"/>
                      <a:pt x="187650" y="308047"/>
                      <a:pt x="183759" y="308047"/>
                    </a:cubicBezTo>
                    <a:cubicBezTo>
                      <a:pt x="179868" y="308047"/>
                      <a:pt x="176179" y="306317"/>
                      <a:pt x="173691" y="303326"/>
                    </a:cubicBezTo>
                    <a:lnTo>
                      <a:pt x="3268" y="97983"/>
                    </a:lnTo>
                    <a:cubicBezTo>
                      <a:pt x="1035" y="95299"/>
                      <a:pt x="0" y="91816"/>
                      <a:pt x="405" y="88347"/>
                    </a:cubicBezTo>
                    <a:cubicBezTo>
                      <a:pt x="811" y="84879"/>
                      <a:pt x="2620" y="81729"/>
                      <a:pt x="5412" y="79631"/>
                    </a:cubicBezTo>
                    <a:cubicBezTo>
                      <a:pt x="110916" y="0"/>
                      <a:pt x="256438" y="0"/>
                      <a:pt x="361942" y="79631"/>
                    </a:cubicBezTo>
                    <a:cubicBezTo>
                      <a:pt x="364734" y="81729"/>
                      <a:pt x="366544" y="84879"/>
                      <a:pt x="366949" y="88347"/>
                    </a:cubicBezTo>
                    <a:cubicBezTo>
                      <a:pt x="367354" y="91816"/>
                      <a:pt x="366320" y="95299"/>
                      <a:pt x="364087" y="97983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441195" y="2300035"/>
                <a:ext cx="394192" cy="314617"/>
              </a:xfrm>
              <a:custGeom>
                <a:avLst/>
                <a:gdLst/>
                <a:ahLst/>
                <a:cxnLst/>
                <a:rect l="l" t="t" r="r" b="b"/>
                <a:pathLst>
                  <a:path w="394192" h="314617">
                    <a:moveTo>
                      <a:pt x="393378" y="80324"/>
                    </a:moveTo>
                    <a:cubicBezTo>
                      <a:pt x="392551" y="73299"/>
                      <a:pt x="388905" y="66912"/>
                      <a:pt x="383277" y="62627"/>
                    </a:cubicBezTo>
                    <a:cubicBezTo>
                      <a:pt x="329770" y="21923"/>
                      <a:pt x="264334" y="0"/>
                      <a:pt x="197105" y="253"/>
                    </a:cubicBezTo>
                    <a:cubicBezTo>
                      <a:pt x="129876" y="0"/>
                      <a:pt x="64440" y="21923"/>
                      <a:pt x="10933" y="62627"/>
                    </a:cubicBezTo>
                    <a:cubicBezTo>
                      <a:pt x="5306" y="66912"/>
                      <a:pt x="1660" y="73299"/>
                      <a:pt x="832" y="80324"/>
                    </a:cubicBezTo>
                    <a:cubicBezTo>
                      <a:pt x="0" y="87334"/>
                      <a:pt x="2097" y="94376"/>
                      <a:pt x="6628" y="99789"/>
                    </a:cubicBezTo>
                    <a:lnTo>
                      <a:pt x="176887" y="305132"/>
                    </a:lnTo>
                    <a:cubicBezTo>
                      <a:pt x="181871" y="311151"/>
                      <a:pt x="189291" y="314617"/>
                      <a:pt x="197105" y="314578"/>
                    </a:cubicBezTo>
                    <a:lnTo>
                      <a:pt x="197105" y="314578"/>
                    </a:lnTo>
                    <a:cubicBezTo>
                      <a:pt x="204897" y="314598"/>
                      <a:pt x="212289" y="311133"/>
                      <a:pt x="217258" y="305132"/>
                    </a:cubicBezTo>
                    <a:lnTo>
                      <a:pt x="387517" y="99789"/>
                    </a:lnTo>
                    <a:cubicBezTo>
                      <a:pt x="392072" y="94387"/>
                      <a:pt x="394192" y="87343"/>
                      <a:pt x="393378" y="80324"/>
                    </a:cubicBezTo>
                    <a:close/>
                    <a:moveTo>
                      <a:pt x="197105" y="288384"/>
                    </a:moveTo>
                    <a:lnTo>
                      <a:pt x="26993" y="83320"/>
                    </a:lnTo>
                    <a:cubicBezTo>
                      <a:pt x="75911" y="46192"/>
                      <a:pt x="135694" y="26205"/>
                      <a:pt x="197105" y="26447"/>
                    </a:cubicBezTo>
                    <a:cubicBezTo>
                      <a:pt x="258517" y="26205"/>
                      <a:pt x="318299" y="46192"/>
                      <a:pt x="367217" y="83320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175802" y="291036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局域网直连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2951" y="3220402"/>
              <a:ext cx="2506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卡 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838450" y="2000250"/>
              <a:ext cx="2057400" cy="1619250"/>
            </a:xfrm>
            <a:prstGeom prst="roundRect">
              <a:avLst>
                <a:gd name="adj" fmla="val 5882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3723084" y="2287191"/>
              <a:ext cx="288131" cy="340519"/>
              <a:chOff x="3723084" y="2287191"/>
              <a:chExt cx="288131" cy="34051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3736181" y="2300288"/>
                <a:ext cx="261938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61938" h="314325">
                    <a:moveTo>
                      <a:pt x="248841" y="0"/>
                    </a:moveTo>
                    <a:lnTo>
                      <a:pt x="13097" y="0"/>
                    </a:lnTo>
                    <a:cubicBezTo>
                      <a:pt x="5864" y="0"/>
                      <a:pt x="0" y="5864"/>
                      <a:pt x="0" y="13097"/>
                    </a:cubicBezTo>
                    <a:lnTo>
                      <a:pt x="0" y="301228"/>
                    </a:lnTo>
                    <a:cubicBezTo>
                      <a:pt x="0" y="308461"/>
                      <a:pt x="5864" y="314325"/>
                      <a:pt x="13097" y="314325"/>
                    </a:cubicBezTo>
                    <a:lnTo>
                      <a:pt x="248841" y="314325"/>
                    </a:lnTo>
                    <a:cubicBezTo>
                      <a:pt x="256074" y="314325"/>
                      <a:pt x="261938" y="308461"/>
                      <a:pt x="261938" y="301228"/>
                    </a:cubicBezTo>
                    <a:lnTo>
                      <a:pt x="261938" y="13097"/>
                    </a:lnTo>
                    <a:cubicBezTo>
                      <a:pt x="261938" y="5864"/>
                      <a:pt x="256074" y="0"/>
                      <a:pt x="248841" y="0"/>
                    </a:cubicBezTo>
                    <a:close/>
                    <a:moveTo>
                      <a:pt x="130969" y="222647"/>
                    </a:moveTo>
                    <a:cubicBezTo>
                      <a:pt x="102036" y="222647"/>
                      <a:pt x="78581" y="199192"/>
                      <a:pt x="78581" y="170259"/>
                    </a:cubicBezTo>
                    <a:cubicBezTo>
                      <a:pt x="78581" y="141327"/>
                      <a:pt x="102036" y="117872"/>
                      <a:pt x="130969" y="117872"/>
                    </a:cubicBezTo>
                    <a:cubicBezTo>
                      <a:pt x="159902" y="117872"/>
                      <a:pt x="183356" y="141327"/>
                      <a:pt x="183356" y="170259"/>
                    </a:cubicBezTo>
                    <a:cubicBezTo>
                      <a:pt x="183356" y="199192"/>
                      <a:pt x="159902" y="222647"/>
                      <a:pt x="130969" y="222647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723084" y="2287191"/>
                <a:ext cx="288131" cy="340519"/>
              </a:xfrm>
              <a:custGeom>
                <a:avLst/>
                <a:gdLst/>
                <a:ahLst/>
                <a:cxnLst/>
                <a:rect l="l" t="t" r="r" b="b"/>
                <a:pathLst>
                  <a:path w="288131" h="340519">
                    <a:moveTo>
                      <a:pt x="57610" y="285512"/>
                    </a:moveTo>
                    <a:cubicBezTo>
                      <a:pt x="60390" y="287601"/>
                      <a:pt x="63886" y="288499"/>
                      <a:pt x="67329" y="288008"/>
                    </a:cubicBezTo>
                    <a:cubicBezTo>
                      <a:pt x="70772" y="287516"/>
                      <a:pt x="73877" y="285676"/>
                      <a:pt x="75962" y="282892"/>
                    </a:cubicBezTo>
                    <a:cubicBezTo>
                      <a:pt x="92039" y="261456"/>
                      <a:pt x="117270" y="248841"/>
                      <a:pt x="144066" y="248841"/>
                    </a:cubicBezTo>
                    <a:cubicBezTo>
                      <a:pt x="170861" y="248841"/>
                      <a:pt x="196092" y="261456"/>
                      <a:pt x="212169" y="282892"/>
                    </a:cubicBezTo>
                    <a:cubicBezTo>
                      <a:pt x="216509" y="288679"/>
                      <a:pt x="224718" y="289852"/>
                      <a:pt x="230505" y="285512"/>
                    </a:cubicBezTo>
                    <a:cubicBezTo>
                      <a:pt x="236292" y="281172"/>
                      <a:pt x="237464" y="272963"/>
                      <a:pt x="233124" y="267176"/>
                    </a:cubicBezTo>
                    <a:cubicBezTo>
                      <a:pt x="221527" y="251628"/>
                      <a:pt x="206063" y="239386"/>
                      <a:pt x="188268" y="231667"/>
                    </a:cubicBezTo>
                    <a:cubicBezTo>
                      <a:pt x="208228" y="213443"/>
                      <a:pt x="214942" y="184828"/>
                      <a:pt x="205168" y="159628"/>
                    </a:cubicBezTo>
                    <a:cubicBezTo>
                      <a:pt x="195395" y="134429"/>
                      <a:pt x="171143" y="117823"/>
                      <a:pt x="144115" y="117823"/>
                    </a:cubicBezTo>
                    <a:cubicBezTo>
                      <a:pt x="117086" y="117823"/>
                      <a:pt x="92835" y="134429"/>
                      <a:pt x="83061" y="159628"/>
                    </a:cubicBezTo>
                    <a:cubicBezTo>
                      <a:pt x="73288" y="184828"/>
                      <a:pt x="80001" y="213443"/>
                      <a:pt x="99962" y="231667"/>
                    </a:cubicBezTo>
                    <a:cubicBezTo>
                      <a:pt x="82131" y="239371"/>
                      <a:pt x="66631" y="251615"/>
                      <a:pt x="55007" y="267176"/>
                    </a:cubicBezTo>
                    <a:cubicBezTo>
                      <a:pt x="50663" y="272959"/>
                      <a:pt x="51829" y="281167"/>
                      <a:pt x="57610" y="285512"/>
                    </a:cubicBezTo>
                    <a:close/>
                    <a:moveTo>
                      <a:pt x="144066" y="144066"/>
                    </a:moveTo>
                    <a:cubicBezTo>
                      <a:pt x="165765" y="144066"/>
                      <a:pt x="183356" y="161657"/>
                      <a:pt x="183356" y="183356"/>
                    </a:cubicBezTo>
                    <a:cubicBezTo>
                      <a:pt x="183356" y="205056"/>
                      <a:pt x="165765" y="222647"/>
                      <a:pt x="144066" y="222647"/>
                    </a:cubicBezTo>
                    <a:cubicBezTo>
                      <a:pt x="122366" y="222647"/>
                      <a:pt x="104775" y="205056"/>
                      <a:pt x="104775" y="183356"/>
                    </a:cubicBezTo>
                    <a:cubicBezTo>
                      <a:pt x="104775" y="161657"/>
                      <a:pt x="122366" y="144066"/>
                      <a:pt x="144066" y="144066"/>
                    </a:cubicBezTo>
                    <a:close/>
                    <a:moveTo>
                      <a:pt x="261938" y="0"/>
                    </a:moveTo>
                    <a:lnTo>
                      <a:pt x="26194" y="0"/>
                    </a:lnTo>
                    <a:cubicBezTo>
                      <a:pt x="11727" y="0"/>
                      <a:pt x="0" y="11727"/>
                      <a:pt x="0" y="26194"/>
                    </a:cubicBezTo>
                    <a:lnTo>
                      <a:pt x="0" y="314325"/>
                    </a:lnTo>
                    <a:cubicBezTo>
                      <a:pt x="0" y="328791"/>
                      <a:pt x="11727" y="340519"/>
                      <a:pt x="26194" y="340519"/>
                    </a:cubicBezTo>
                    <a:lnTo>
                      <a:pt x="261938" y="340519"/>
                    </a:lnTo>
                    <a:cubicBezTo>
                      <a:pt x="276404" y="340519"/>
                      <a:pt x="288131" y="328791"/>
                      <a:pt x="288131" y="314325"/>
                    </a:cubicBezTo>
                    <a:lnTo>
                      <a:pt x="288131" y="26194"/>
                    </a:lnTo>
                    <a:cubicBezTo>
                      <a:pt x="288131" y="11727"/>
                      <a:pt x="276404" y="0"/>
                      <a:pt x="261938" y="0"/>
                    </a:cubicBezTo>
                    <a:close/>
                    <a:moveTo>
                      <a:pt x="261938" y="314325"/>
                    </a:moveTo>
                    <a:lnTo>
                      <a:pt x="26194" y="314325"/>
                    </a:lnTo>
                    <a:lnTo>
                      <a:pt x="26194" y="26194"/>
                    </a:lnTo>
                    <a:lnTo>
                      <a:pt x="261938" y="26194"/>
                    </a:lnTo>
                    <a:close/>
                    <a:moveTo>
                      <a:pt x="78581" y="65484"/>
                    </a:moveTo>
                    <a:cubicBezTo>
                      <a:pt x="78581" y="58251"/>
                      <a:pt x="84445" y="52388"/>
                      <a:pt x="91678" y="52388"/>
                    </a:cubicBezTo>
                    <a:lnTo>
                      <a:pt x="196453" y="52388"/>
                    </a:lnTo>
                    <a:cubicBezTo>
                      <a:pt x="203686" y="52388"/>
                      <a:pt x="209550" y="58251"/>
                      <a:pt x="209550" y="65484"/>
                    </a:cubicBezTo>
                    <a:cubicBezTo>
                      <a:pt x="209550" y="72718"/>
                      <a:pt x="203686" y="78581"/>
                      <a:pt x="196453" y="78581"/>
                    </a:cubicBezTo>
                    <a:lnTo>
                      <a:pt x="91678" y="78581"/>
                    </a:lnTo>
                    <a:cubicBezTo>
                      <a:pt x="84445" y="78581"/>
                      <a:pt x="78581" y="72718"/>
                      <a:pt x="78581" y="65484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3672435" y="2910364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配网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24299" y="3220402"/>
              <a:ext cx="285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卡 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67300" y="2000250"/>
              <a:ext cx="2057400" cy="1619250"/>
            </a:xfrm>
            <a:prstGeom prst="roundRect">
              <a:avLst>
                <a:gd name="adj" fmla="val 5882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938838" y="2313384"/>
              <a:ext cx="314325" cy="288131"/>
              <a:chOff x="5938838" y="2313384"/>
              <a:chExt cx="314325" cy="28813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5951934" y="2326481"/>
                <a:ext cx="288131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288131" h="261938">
                    <a:moveTo>
                      <a:pt x="288131" y="170259"/>
                    </a:moveTo>
                    <a:lnTo>
                      <a:pt x="288131" y="248841"/>
                    </a:lnTo>
                    <a:cubicBezTo>
                      <a:pt x="288131" y="256074"/>
                      <a:pt x="282268" y="261938"/>
                      <a:pt x="275034" y="261938"/>
                    </a:cubicBezTo>
                    <a:lnTo>
                      <a:pt x="13097" y="261938"/>
                    </a:lnTo>
                    <a:cubicBezTo>
                      <a:pt x="5864" y="261938"/>
                      <a:pt x="0" y="256074"/>
                      <a:pt x="0" y="248841"/>
                    </a:cubicBezTo>
                    <a:lnTo>
                      <a:pt x="0" y="170259"/>
                    </a:lnTo>
                    <a:cubicBezTo>
                      <a:pt x="0" y="163026"/>
                      <a:pt x="5864" y="157162"/>
                      <a:pt x="13097" y="157162"/>
                    </a:cubicBezTo>
                    <a:lnTo>
                      <a:pt x="275034" y="157162"/>
                    </a:lnTo>
                    <a:cubicBezTo>
                      <a:pt x="282268" y="157162"/>
                      <a:pt x="288131" y="163026"/>
                      <a:pt x="288131" y="170259"/>
                    </a:cubicBezTo>
                    <a:close/>
                    <a:moveTo>
                      <a:pt x="275034" y="0"/>
                    </a:moveTo>
                    <a:lnTo>
                      <a:pt x="13097" y="0"/>
                    </a:lnTo>
                    <a:cubicBezTo>
                      <a:pt x="5864" y="0"/>
                      <a:pt x="0" y="5864"/>
                      <a:pt x="0" y="13097"/>
                    </a:cubicBezTo>
                    <a:lnTo>
                      <a:pt x="0" y="91678"/>
                    </a:lnTo>
                    <a:cubicBezTo>
                      <a:pt x="0" y="98911"/>
                      <a:pt x="5864" y="104775"/>
                      <a:pt x="13097" y="104775"/>
                    </a:cubicBezTo>
                    <a:lnTo>
                      <a:pt x="275034" y="104775"/>
                    </a:lnTo>
                    <a:cubicBezTo>
                      <a:pt x="282268" y="104775"/>
                      <a:pt x="288131" y="98911"/>
                      <a:pt x="288131" y="91678"/>
                    </a:cubicBezTo>
                    <a:lnTo>
                      <a:pt x="288131" y="13097"/>
                    </a:lnTo>
                    <a:cubicBezTo>
                      <a:pt x="288131" y="5864"/>
                      <a:pt x="282268" y="0"/>
                      <a:pt x="275034" y="0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938838" y="2313384"/>
                <a:ext cx="314325" cy="288131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288131">
                    <a:moveTo>
                      <a:pt x="288131" y="157162"/>
                    </a:moveTo>
                    <a:lnTo>
                      <a:pt x="26194" y="157162"/>
                    </a:lnTo>
                    <a:cubicBezTo>
                      <a:pt x="11727" y="157162"/>
                      <a:pt x="0" y="168890"/>
                      <a:pt x="0" y="183356"/>
                    </a:cubicBezTo>
                    <a:lnTo>
                      <a:pt x="0" y="261938"/>
                    </a:lnTo>
                    <a:cubicBezTo>
                      <a:pt x="0" y="276404"/>
                      <a:pt x="11727" y="288131"/>
                      <a:pt x="26194" y="288131"/>
                    </a:cubicBezTo>
                    <a:lnTo>
                      <a:pt x="288131" y="288131"/>
                    </a:lnTo>
                    <a:cubicBezTo>
                      <a:pt x="302598" y="288131"/>
                      <a:pt x="314325" y="276404"/>
                      <a:pt x="314325" y="261938"/>
                    </a:cubicBezTo>
                    <a:lnTo>
                      <a:pt x="314325" y="183356"/>
                    </a:lnTo>
                    <a:cubicBezTo>
                      <a:pt x="314325" y="168890"/>
                      <a:pt x="302598" y="157162"/>
                      <a:pt x="288131" y="157162"/>
                    </a:cubicBezTo>
                    <a:close/>
                    <a:moveTo>
                      <a:pt x="288131" y="261938"/>
                    </a:moveTo>
                    <a:lnTo>
                      <a:pt x="26194" y="261938"/>
                    </a:lnTo>
                    <a:lnTo>
                      <a:pt x="26194" y="183356"/>
                    </a:lnTo>
                    <a:lnTo>
                      <a:pt x="288131" y="183356"/>
                    </a:lnTo>
                    <a:lnTo>
                      <a:pt x="288131" y="261938"/>
                    </a:lnTo>
                    <a:close/>
                    <a:moveTo>
                      <a:pt x="288131" y="0"/>
                    </a:moveTo>
                    <a:lnTo>
                      <a:pt x="26194" y="0"/>
                    </a:lnTo>
                    <a:cubicBezTo>
                      <a:pt x="11727" y="0"/>
                      <a:pt x="0" y="11727"/>
                      <a:pt x="0" y="26194"/>
                    </a:cubicBezTo>
                    <a:lnTo>
                      <a:pt x="0" y="104775"/>
                    </a:lnTo>
                    <a:cubicBezTo>
                      <a:pt x="0" y="119241"/>
                      <a:pt x="11727" y="130969"/>
                      <a:pt x="26194" y="130969"/>
                    </a:cubicBezTo>
                    <a:lnTo>
                      <a:pt x="288131" y="130969"/>
                    </a:lnTo>
                    <a:cubicBezTo>
                      <a:pt x="302598" y="130969"/>
                      <a:pt x="314325" y="119241"/>
                      <a:pt x="314325" y="104775"/>
                    </a:cubicBezTo>
                    <a:lnTo>
                      <a:pt x="314325" y="26194"/>
                    </a:lnTo>
                    <a:cubicBezTo>
                      <a:pt x="314325" y="11727"/>
                      <a:pt x="302598" y="0"/>
                      <a:pt x="288131" y="0"/>
                    </a:cubicBezTo>
                    <a:close/>
                    <a:moveTo>
                      <a:pt x="288131" y="104775"/>
                    </a:moveTo>
                    <a:lnTo>
                      <a:pt x="26194" y="104775"/>
                    </a:lnTo>
                    <a:lnTo>
                      <a:pt x="26194" y="26194"/>
                    </a:lnTo>
                    <a:lnTo>
                      <a:pt x="288131" y="26194"/>
                    </a:lnTo>
                    <a:lnTo>
                      <a:pt x="288131" y="104775"/>
                    </a:lnTo>
                    <a:close/>
                    <a:moveTo>
                      <a:pt x="261938" y="65484"/>
                    </a:moveTo>
                    <a:cubicBezTo>
                      <a:pt x="261938" y="76334"/>
                      <a:pt x="253142" y="85130"/>
                      <a:pt x="242292" y="85130"/>
                    </a:cubicBezTo>
                    <a:cubicBezTo>
                      <a:pt x="231442" y="85130"/>
                      <a:pt x="222647" y="76334"/>
                      <a:pt x="222647" y="65484"/>
                    </a:cubicBezTo>
                    <a:cubicBezTo>
                      <a:pt x="222647" y="54635"/>
                      <a:pt x="231442" y="45839"/>
                      <a:pt x="242292" y="45839"/>
                    </a:cubicBezTo>
                    <a:cubicBezTo>
                      <a:pt x="253142" y="45839"/>
                      <a:pt x="261938" y="54635"/>
                      <a:pt x="261938" y="65484"/>
                    </a:cubicBezTo>
                    <a:close/>
                    <a:moveTo>
                      <a:pt x="261938" y="222647"/>
                    </a:moveTo>
                    <a:cubicBezTo>
                      <a:pt x="261938" y="233497"/>
                      <a:pt x="253142" y="242292"/>
                      <a:pt x="242292" y="242292"/>
                    </a:cubicBezTo>
                    <a:cubicBezTo>
                      <a:pt x="231442" y="242292"/>
                      <a:pt x="222647" y="233497"/>
                      <a:pt x="222647" y="222647"/>
                    </a:cubicBezTo>
                    <a:cubicBezTo>
                      <a:pt x="222647" y="211797"/>
                      <a:pt x="231442" y="203002"/>
                      <a:pt x="242292" y="203002"/>
                    </a:cubicBezTo>
                    <a:cubicBezTo>
                      <a:pt x="253142" y="203002"/>
                      <a:pt x="261938" y="211797"/>
                      <a:pt x="261938" y="222647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5566556" y="2910364"/>
              <a:ext cx="105888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Flash 与 NVS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53149" y="3220402"/>
              <a:ext cx="285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卡 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296150" y="2000250"/>
              <a:ext cx="2057400" cy="1619250"/>
            </a:xfrm>
            <a:prstGeom prst="roundRect">
              <a:avLst>
                <a:gd name="adj" fmla="val 5882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8193881" y="2274094"/>
              <a:ext cx="261938" cy="366712"/>
              <a:chOff x="8193881" y="2274094"/>
              <a:chExt cx="261938" cy="366712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259366" y="2287191"/>
                <a:ext cx="130969" cy="235744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235744">
                    <a:moveTo>
                      <a:pt x="130969" y="65484"/>
                    </a:moveTo>
                    <a:lnTo>
                      <a:pt x="130969" y="170259"/>
                    </a:lnTo>
                    <a:cubicBezTo>
                      <a:pt x="130969" y="206425"/>
                      <a:pt x="101650" y="235744"/>
                      <a:pt x="65484" y="235744"/>
                    </a:cubicBezTo>
                    <a:lnTo>
                      <a:pt x="65484" y="235744"/>
                    </a:lnTo>
                    <a:cubicBezTo>
                      <a:pt x="29318" y="235744"/>
                      <a:pt x="0" y="206425"/>
                      <a:pt x="0" y="170259"/>
                    </a:cubicBezTo>
                    <a:lnTo>
                      <a:pt x="0" y="65484"/>
                    </a:lnTo>
                    <a:cubicBezTo>
                      <a:pt x="0" y="29318"/>
                      <a:pt x="29318" y="0"/>
                      <a:pt x="65484" y="0"/>
                    </a:cubicBezTo>
                    <a:lnTo>
                      <a:pt x="65484" y="0"/>
                    </a:lnTo>
                    <a:cubicBezTo>
                      <a:pt x="101650" y="0"/>
                      <a:pt x="130969" y="29318"/>
                      <a:pt x="130969" y="65484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93881" y="2274094"/>
                <a:ext cx="261938" cy="366712"/>
              </a:xfrm>
              <a:custGeom>
                <a:avLst/>
                <a:gdLst/>
                <a:ahLst/>
                <a:cxnLst/>
                <a:rect l="l" t="t" r="r" b="b"/>
                <a:pathLst>
                  <a:path w="261938" h="366712">
                    <a:moveTo>
                      <a:pt x="130969" y="261938"/>
                    </a:moveTo>
                    <a:cubicBezTo>
                      <a:pt x="174349" y="261892"/>
                      <a:pt x="209505" y="226737"/>
                      <a:pt x="209550" y="183356"/>
                    </a:cubicBezTo>
                    <a:lnTo>
                      <a:pt x="209550" y="78581"/>
                    </a:lnTo>
                    <a:cubicBezTo>
                      <a:pt x="209550" y="35182"/>
                      <a:pt x="174368" y="0"/>
                      <a:pt x="130969" y="0"/>
                    </a:cubicBezTo>
                    <a:cubicBezTo>
                      <a:pt x="87570" y="0"/>
                      <a:pt x="52388" y="35182"/>
                      <a:pt x="52388" y="78581"/>
                    </a:cubicBezTo>
                    <a:lnTo>
                      <a:pt x="52388" y="183356"/>
                    </a:lnTo>
                    <a:cubicBezTo>
                      <a:pt x="52433" y="226737"/>
                      <a:pt x="87588" y="261892"/>
                      <a:pt x="130969" y="261938"/>
                    </a:cubicBezTo>
                    <a:close/>
                    <a:moveTo>
                      <a:pt x="78581" y="78581"/>
                    </a:moveTo>
                    <a:cubicBezTo>
                      <a:pt x="78581" y="49648"/>
                      <a:pt x="102036" y="26194"/>
                      <a:pt x="130969" y="26194"/>
                    </a:cubicBezTo>
                    <a:cubicBezTo>
                      <a:pt x="159902" y="26194"/>
                      <a:pt x="183356" y="49648"/>
                      <a:pt x="183356" y="78581"/>
                    </a:cubicBezTo>
                    <a:lnTo>
                      <a:pt x="183356" y="183356"/>
                    </a:lnTo>
                    <a:cubicBezTo>
                      <a:pt x="183356" y="212289"/>
                      <a:pt x="159902" y="235744"/>
                      <a:pt x="130969" y="235744"/>
                    </a:cubicBezTo>
                    <a:cubicBezTo>
                      <a:pt x="102036" y="235744"/>
                      <a:pt x="78581" y="212289"/>
                      <a:pt x="78581" y="183356"/>
                    </a:cubicBezTo>
                    <a:close/>
                    <a:moveTo>
                      <a:pt x="144066" y="313670"/>
                    </a:moveTo>
                    <a:lnTo>
                      <a:pt x="144066" y="353616"/>
                    </a:lnTo>
                    <a:cubicBezTo>
                      <a:pt x="144066" y="360849"/>
                      <a:pt x="138202" y="366712"/>
                      <a:pt x="130969" y="366712"/>
                    </a:cubicBezTo>
                    <a:cubicBezTo>
                      <a:pt x="123736" y="366712"/>
                      <a:pt x="117872" y="360849"/>
                      <a:pt x="117872" y="353616"/>
                    </a:cubicBezTo>
                    <a:lnTo>
                      <a:pt x="117872" y="313670"/>
                    </a:lnTo>
                    <a:cubicBezTo>
                      <a:pt x="50988" y="306864"/>
                      <a:pt x="83" y="250585"/>
                      <a:pt x="0" y="183356"/>
                    </a:cubicBezTo>
                    <a:cubicBezTo>
                      <a:pt x="0" y="176123"/>
                      <a:pt x="5864" y="170259"/>
                      <a:pt x="13097" y="170259"/>
                    </a:cubicBezTo>
                    <a:cubicBezTo>
                      <a:pt x="20330" y="170259"/>
                      <a:pt x="26194" y="176123"/>
                      <a:pt x="26194" y="183356"/>
                    </a:cubicBezTo>
                    <a:cubicBezTo>
                      <a:pt x="26194" y="241222"/>
                      <a:pt x="73103" y="288131"/>
                      <a:pt x="130969" y="288131"/>
                    </a:cubicBezTo>
                    <a:cubicBezTo>
                      <a:pt x="188834" y="288131"/>
                      <a:pt x="235744" y="241222"/>
                      <a:pt x="235744" y="183356"/>
                    </a:cubicBezTo>
                    <a:cubicBezTo>
                      <a:pt x="235744" y="176123"/>
                      <a:pt x="241607" y="170259"/>
                      <a:pt x="248841" y="170259"/>
                    </a:cubicBezTo>
                    <a:cubicBezTo>
                      <a:pt x="256074" y="170259"/>
                      <a:pt x="261938" y="176123"/>
                      <a:pt x="261938" y="183356"/>
                    </a:cubicBezTo>
                    <a:cubicBezTo>
                      <a:pt x="261855" y="250585"/>
                      <a:pt x="210949" y="306864"/>
                      <a:pt x="144066" y="313670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862352" y="291036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声音数字化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81999" y="3220402"/>
              <a:ext cx="285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卡 4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525000" y="2000250"/>
              <a:ext cx="2057400" cy="1619250"/>
            </a:xfrm>
            <a:prstGeom prst="roundRect">
              <a:avLst>
                <a:gd name="adj" fmla="val 5882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10396538" y="2260997"/>
              <a:ext cx="314325" cy="353616"/>
              <a:chOff x="10396538" y="2260997"/>
              <a:chExt cx="314325" cy="35361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10409634" y="2391966"/>
                <a:ext cx="288131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88131" h="209550">
                    <a:moveTo>
                      <a:pt x="275034" y="0"/>
                    </a:moveTo>
                    <a:lnTo>
                      <a:pt x="13097" y="0"/>
                    </a:lnTo>
                    <a:cubicBezTo>
                      <a:pt x="5864" y="0"/>
                      <a:pt x="0" y="5864"/>
                      <a:pt x="0" y="13097"/>
                    </a:cubicBezTo>
                    <a:lnTo>
                      <a:pt x="0" y="196453"/>
                    </a:lnTo>
                    <a:cubicBezTo>
                      <a:pt x="0" y="203686"/>
                      <a:pt x="5864" y="209550"/>
                      <a:pt x="13097" y="209550"/>
                    </a:cubicBezTo>
                    <a:lnTo>
                      <a:pt x="275034" y="209550"/>
                    </a:lnTo>
                    <a:cubicBezTo>
                      <a:pt x="282268" y="209550"/>
                      <a:pt x="288131" y="203686"/>
                      <a:pt x="288131" y="196453"/>
                    </a:cubicBezTo>
                    <a:lnTo>
                      <a:pt x="288131" y="13097"/>
                    </a:lnTo>
                    <a:cubicBezTo>
                      <a:pt x="288131" y="5864"/>
                      <a:pt x="282268" y="0"/>
                      <a:pt x="275034" y="0"/>
                    </a:cubicBezTo>
                    <a:close/>
                    <a:moveTo>
                      <a:pt x="144066" y="117872"/>
                    </a:moveTo>
                    <a:cubicBezTo>
                      <a:pt x="125983" y="117872"/>
                      <a:pt x="111323" y="103213"/>
                      <a:pt x="111323" y="85130"/>
                    </a:cubicBezTo>
                    <a:cubicBezTo>
                      <a:pt x="111323" y="67047"/>
                      <a:pt x="125983" y="52388"/>
                      <a:pt x="144066" y="52388"/>
                    </a:cubicBezTo>
                    <a:cubicBezTo>
                      <a:pt x="162149" y="52388"/>
                      <a:pt x="176808" y="67047"/>
                      <a:pt x="176808" y="85130"/>
                    </a:cubicBezTo>
                    <a:cubicBezTo>
                      <a:pt x="176808" y="103213"/>
                      <a:pt x="162149" y="117872"/>
                      <a:pt x="144066" y="117872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0396538" y="2260997"/>
                <a:ext cx="314325" cy="353616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353616">
                    <a:moveTo>
                      <a:pt x="288131" y="117872"/>
                    </a:moveTo>
                    <a:lnTo>
                      <a:pt x="235744" y="117872"/>
                    </a:lnTo>
                    <a:lnTo>
                      <a:pt x="235744" y="78581"/>
                    </a:lnTo>
                    <a:cubicBezTo>
                      <a:pt x="235744" y="35182"/>
                      <a:pt x="200562" y="0"/>
                      <a:pt x="157162" y="0"/>
                    </a:cubicBezTo>
                    <a:cubicBezTo>
                      <a:pt x="113763" y="0"/>
                      <a:pt x="78581" y="35182"/>
                      <a:pt x="78581" y="78581"/>
                    </a:cubicBezTo>
                    <a:lnTo>
                      <a:pt x="78581" y="117872"/>
                    </a:lnTo>
                    <a:lnTo>
                      <a:pt x="26194" y="117872"/>
                    </a:lnTo>
                    <a:cubicBezTo>
                      <a:pt x="11727" y="117872"/>
                      <a:pt x="0" y="129599"/>
                      <a:pt x="0" y="144066"/>
                    </a:cubicBezTo>
                    <a:lnTo>
                      <a:pt x="0" y="327422"/>
                    </a:lnTo>
                    <a:cubicBezTo>
                      <a:pt x="0" y="341888"/>
                      <a:pt x="11727" y="353616"/>
                      <a:pt x="26194" y="353616"/>
                    </a:cubicBezTo>
                    <a:lnTo>
                      <a:pt x="288131" y="353616"/>
                    </a:lnTo>
                    <a:cubicBezTo>
                      <a:pt x="302598" y="353616"/>
                      <a:pt x="314325" y="341888"/>
                      <a:pt x="314325" y="327422"/>
                    </a:cubicBezTo>
                    <a:lnTo>
                      <a:pt x="314325" y="144066"/>
                    </a:lnTo>
                    <a:cubicBezTo>
                      <a:pt x="314325" y="129599"/>
                      <a:pt x="302598" y="117872"/>
                      <a:pt x="288131" y="117872"/>
                    </a:cubicBezTo>
                    <a:close/>
                    <a:moveTo>
                      <a:pt x="104775" y="78581"/>
                    </a:moveTo>
                    <a:cubicBezTo>
                      <a:pt x="104775" y="49648"/>
                      <a:pt x="128230" y="26194"/>
                      <a:pt x="157162" y="26194"/>
                    </a:cubicBezTo>
                    <a:cubicBezTo>
                      <a:pt x="186095" y="26194"/>
                      <a:pt x="209550" y="49648"/>
                      <a:pt x="209550" y="78581"/>
                    </a:cubicBezTo>
                    <a:lnTo>
                      <a:pt x="209550" y="117872"/>
                    </a:lnTo>
                    <a:lnTo>
                      <a:pt x="104775" y="117872"/>
                    </a:lnTo>
                    <a:close/>
                    <a:moveTo>
                      <a:pt x="288131" y="327422"/>
                    </a:moveTo>
                    <a:lnTo>
                      <a:pt x="26194" y="327422"/>
                    </a:lnTo>
                    <a:lnTo>
                      <a:pt x="26194" y="144066"/>
                    </a:lnTo>
                    <a:lnTo>
                      <a:pt x="288131" y="144066"/>
                    </a:lnTo>
                    <a:lnTo>
                      <a:pt x="288131" y="327422"/>
                    </a:lnTo>
                    <a:close/>
                    <a:moveTo>
                      <a:pt x="157162" y="170259"/>
                    </a:moveTo>
                    <a:cubicBezTo>
                      <a:pt x="134409" y="170267"/>
                      <a:pt x="115104" y="186965"/>
                      <a:pt x="111819" y="209480"/>
                    </a:cubicBezTo>
                    <a:cubicBezTo>
                      <a:pt x="108534" y="231996"/>
                      <a:pt x="122262" y="253513"/>
                      <a:pt x="144066" y="260022"/>
                    </a:cubicBezTo>
                    <a:lnTo>
                      <a:pt x="144066" y="288131"/>
                    </a:lnTo>
                    <a:cubicBezTo>
                      <a:pt x="144066" y="295364"/>
                      <a:pt x="149929" y="301228"/>
                      <a:pt x="157162" y="301228"/>
                    </a:cubicBezTo>
                    <a:cubicBezTo>
                      <a:pt x="164396" y="301228"/>
                      <a:pt x="170259" y="295364"/>
                      <a:pt x="170259" y="288131"/>
                    </a:cubicBezTo>
                    <a:lnTo>
                      <a:pt x="170259" y="260022"/>
                    </a:lnTo>
                    <a:cubicBezTo>
                      <a:pt x="192063" y="253513"/>
                      <a:pt x="205791" y="231996"/>
                      <a:pt x="202506" y="209480"/>
                    </a:cubicBezTo>
                    <a:cubicBezTo>
                      <a:pt x="199221" y="186965"/>
                      <a:pt x="179916" y="170267"/>
                      <a:pt x="157162" y="170259"/>
                    </a:cubicBezTo>
                    <a:close/>
                    <a:moveTo>
                      <a:pt x="157162" y="235744"/>
                    </a:moveTo>
                    <a:cubicBezTo>
                      <a:pt x="146313" y="235744"/>
                      <a:pt x="137517" y="226948"/>
                      <a:pt x="137517" y="216098"/>
                    </a:cubicBezTo>
                    <a:cubicBezTo>
                      <a:pt x="137517" y="205249"/>
                      <a:pt x="146313" y="196453"/>
                      <a:pt x="157162" y="196453"/>
                    </a:cubicBezTo>
                    <a:cubicBezTo>
                      <a:pt x="168012" y="196453"/>
                      <a:pt x="176808" y="205249"/>
                      <a:pt x="176808" y="216098"/>
                    </a:cubicBezTo>
                    <a:cubicBezTo>
                      <a:pt x="176808" y="226948"/>
                      <a:pt x="168012" y="235744"/>
                      <a:pt x="157162" y="235744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091202" y="291036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认证与加密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10849" y="3220402"/>
              <a:ext cx="285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卡 5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9600" y="3867150"/>
              <a:ext cx="2057400" cy="1619250"/>
            </a:xfrm>
            <a:prstGeom prst="roundRect">
              <a:avLst>
                <a:gd name="adj" fmla="val 5882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454919" y="4193381"/>
              <a:ext cx="366737" cy="261938"/>
              <a:chOff x="1454919" y="4193381"/>
              <a:chExt cx="366737" cy="261938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585912" y="4206478"/>
                <a:ext cx="222647" cy="235744"/>
              </a:xfrm>
              <a:custGeom>
                <a:avLst/>
                <a:gdLst/>
                <a:ahLst/>
                <a:cxnLst/>
                <a:rect l="l" t="t" r="r" b="b"/>
                <a:pathLst>
                  <a:path w="222647" h="235744">
                    <a:moveTo>
                      <a:pt x="170259" y="117872"/>
                    </a:moveTo>
                    <a:cubicBezTo>
                      <a:pt x="170254" y="142770"/>
                      <a:pt x="187774" y="164232"/>
                      <a:pt x="212169" y="169212"/>
                    </a:cubicBezTo>
                    <a:cubicBezTo>
                      <a:pt x="218262" y="170455"/>
                      <a:pt x="222640" y="175812"/>
                      <a:pt x="222647" y="182030"/>
                    </a:cubicBezTo>
                    <a:lnTo>
                      <a:pt x="222647" y="222647"/>
                    </a:lnTo>
                    <a:cubicBezTo>
                      <a:pt x="222647" y="229880"/>
                      <a:pt x="216783" y="235744"/>
                      <a:pt x="209550" y="235744"/>
                    </a:cubicBezTo>
                    <a:lnTo>
                      <a:pt x="0" y="235744"/>
                    </a:lnTo>
                    <a:lnTo>
                      <a:pt x="0" y="0"/>
                    </a:lnTo>
                    <a:lnTo>
                      <a:pt x="209550" y="0"/>
                    </a:lnTo>
                    <a:cubicBezTo>
                      <a:pt x="216783" y="0"/>
                      <a:pt x="222647" y="5864"/>
                      <a:pt x="222647" y="13097"/>
                    </a:cubicBezTo>
                    <a:lnTo>
                      <a:pt x="222647" y="53714"/>
                    </a:lnTo>
                    <a:cubicBezTo>
                      <a:pt x="222640" y="59932"/>
                      <a:pt x="218262" y="65288"/>
                      <a:pt x="212169" y="66532"/>
                    </a:cubicBezTo>
                    <a:cubicBezTo>
                      <a:pt x="187774" y="71512"/>
                      <a:pt x="170254" y="92974"/>
                      <a:pt x="170259" y="117872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454919" y="4193381"/>
                <a:ext cx="366737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366737" h="261938">
                    <a:moveTo>
                      <a:pt x="345765" y="92464"/>
                    </a:moveTo>
                    <a:cubicBezTo>
                      <a:pt x="357963" y="89982"/>
                      <a:pt x="366730" y="79258"/>
                      <a:pt x="366737" y="66810"/>
                    </a:cubicBezTo>
                    <a:lnTo>
                      <a:pt x="366737" y="26194"/>
                    </a:lnTo>
                    <a:cubicBezTo>
                      <a:pt x="366737" y="11727"/>
                      <a:pt x="355009" y="0"/>
                      <a:pt x="340543" y="0"/>
                    </a:cubicBezTo>
                    <a:lnTo>
                      <a:pt x="26218" y="0"/>
                    </a:lnTo>
                    <a:cubicBezTo>
                      <a:pt x="11752" y="0"/>
                      <a:pt x="24" y="11727"/>
                      <a:pt x="24" y="26194"/>
                    </a:cubicBezTo>
                    <a:lnTo>
                      <a:pt x="24" y="66810"/>
                    </a:lnTo>
                    <a:cubicBezTo>
                      <a:pt x="31" y="79258"/>
                      <a:pt x="8798" y="89982"/>
                      <a:pt x="20996" y="92464"/>
                    </a:cubicBezTo>
                    <a:cubicBezTo>
                      <a:pt x="39232" y="96246"/>
                      <a:pt x="52308" y="112311"/>
                      <a:pt x="52308" y="130936"/>
                    </a:cubicBezTo>
                    <a:cubicBezTo>
                      <a:pt x="52308" y="149561"/>
                      <a:pt x="39232" y="165626"/>
                      <a:pt x="20996" y="169408"/>
                    </a:cubicBezTo>
                    <a:cubicBezTo>
                      <a:pt x="8774" y="171895"/>
                      <a:pt x="0" y="182655"/>
                      <a:pt x="24" y="195127"/>
                    </a:cubicBezTo>
                    <a:lnTo>
                      <a:pt x="24" y="235744"/>
                    </a:lnTo>
                    <a:cubicBezTo>
                      <a:pt x="24" y="250210"/>
                      <a:pt x="11752" y="261938"/>
                      <a:pt x="26218" y="261938"/>
                    </a:cubicBezTo>
                    <a:lnTo>
                      <a:pt x="340543" y="261938"/>
                    </a:lnTo>
                    <a:cubicBezTo>
                      <a:pt x="355009" y="261938"/>
                      <a:pt x="366737" y="250210"/>
                      <a:pt x="366737" y="235744"/>
                    </a:cubicBezTo>
                    <a:lnTo>
                      <a:pt x="366737" y="195127"/>
                    </a:lnTo>
                    <a:cubicBezTo>
                      <a:pt x="366730" y="182679"/>
                      <a:pt x="357963" y="171955"/>
                      <a:pt x="345765" y="169474"/>
                    </a:cubicBezTo>
                    <a:cubicBezTo>
                      <a:pt x="327529" y="165692"/>
                      <a:pt x="314453" y="149626"/>
                      <a:pt x="314453" y="131001"/>
                    </a:cubicBezTo>
                    <a:cubicBezTo>
                      <a:pt x="314453" y="112377"/>
                      <a:pt x="327529" y="96311"/>
                      <a:pt x="345765" y="92529"/>
                    </a:cubicBezTo>
                    <a:close/>
                    <a:moveTo>
                      <a:pt x="26218" y="195143"/>
                    </a:moveTo>
                    <a:cubicBezTo>
                      <a:pt x="56719" y="188930"/>
                      <a:pt x="78631" y="162104"/>
                      <a:pt x="78631" y="130977"/>
                    </a:cubicBezTo>
                    <a:cubicBezTo>
                      <a:pt x="78631" y="99850"/>
                      <a:pt x="56719" y="73024"/>
                      <a:pt x="26218" y="66810"/>
                    </a:cubicBezTo>
                    <a:lnTo>
                      <a:pt x="26218" y="26194"/>
                    </a:lnTo>
                    <a:lnTo>
                      <a:pt x="117896" y="26194"/>
                    </a:lnTo>
                    <a:lnTo>
                      <a:pt x="117896" y="235744"/>
                    </a:lnTo>
                    <a:lnTo>
                      <a:pt x="26218" y="235744"/>
                    </a:lnTo>
                    <a:close/>
                    <a:moveTo>
                      <a:pt x="340543" y="195143"/>
                    </a:moveTo>
                    <a:lnTo>
                      <a:pt x="340543" y="235744"/>
                    </a:lnTo>
                    <a:lnTo>
                      <a:pt x="144090" y="235744"/>
                    </a:lnTo>
                    <a:lnTo>
                      <a:pt x="144090" y="26194"/>
                    </a:lnTo>
                    <a:lnTo>
                      <a:pt x="340543" y="26194"/>
                    </a:lnTo>
                    <a:lnTo>
                      <a:pt x="340543" y="66794"/>
                    </a:lnTo>
                    <a:cubicBezTo>
                      <a:pt x="310042" y="73007"/>
                      <a:pt x="288130" y="99833"/>
                      <a:pt x="288130" y="130961"/>
                    </a:cubicBezTo>
                    <a:cubicBezTo>
                      <a:pt x="288130" y="162088"/>
                      <a:pt x="310042" y="188914"/>
                      <a:pt x="340543" y="195127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443585" y="4777264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代际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95449" y="5087302"/>
              <a:ext cx="285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卡 6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838450" y="3867150"/>
              <a:ext cx="2057400" cy="1619250"/>
            </a:xfrm>
            <a:prstGeom prst="roundRect">
              <a:avLst>
                <a:gd name="adj" fmla="val 5882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3709988" y="4206478"/>
              <a:ext cx="353616" cy="249500"/>
              <a:chOff x="3709988" y="4206478"/>
              <a:chExt cx="353616" cy="2495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3945731" y="4311253"/>
                <a:ext cx="104775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30969">
                    <a:moveTo>
                      <a:pt x="104775" y="65484"/>
                    </a:moveTo>
                    <a:lnTo>
                      <a:pt x="0" y="1309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3709988" y="4206478"/>
                <a:ext cx="353616" cy="249500"/>
              </a:xfrm>
              <a:custGeom>
                <a:avLst/>
                <a:gdLst/>
                <a:ahLst/>
                <a:cxnLst/>
                <a:rect l="l" t="t" r="r" b="b"/>
                <a:pathLst>
                  <a:path w="353616" h="249500">
                    <a:moveTo>
                      <a:pt x="0" y="13097"/>
                    </a:moveTo>
                    <a:cubicBezTo>
                      <a:pt x="0" y="5864"/>
                      <a:pt x="5864" y="0"/>
                      <a:pt x="13097" y="0"/>
                    </a:cubicBezTo>
                    <a:lnTo>
                      <a:pt x="301228" y="0"/>
                    </a:lnTo>
                    <a:cubicBezTo>
                      <a:pt x="308461" y="0"/>
                      <a:pt x="314325" y="5864"/>
                      <a:pt x="314325" y="13097"/>
                    </a:cubicBezTo>
                    <a:cubicBezTo>
                      <a:pt x="314325" y="20330"/>
                      <a:pt x="308461" y="26194"/>
                      <a:pt x="301228" y="26194"/>
                    </a:cubicBezTo>
                    <a:lnTo>
                      <a:pt x="13097" y="26194"/>
                    </a:lnTo>
                    <a:cubicBezTo>
                      <a:pt x="5864" y="26194"/>
                      <a:pt x="0" y="20330"/>
                      <a:pt x="0" y="13097"/>
                    </a:cubicBezTo>
                    <a:close/>
                    <a:moveTo>
                      <a:pt x="170259" y="104775"/>
                    </a:moveTo>
                    <a:lnTo>
                      <a:pt x="13097" y="104775"/>
                    </a:lnTo>
                    <a:cubicBezTo>
                      <a:pt x="5864" y="104775"/>
                      <a:pt x="0" y="110639"/>
                      <a:pt x="0" y="117872"/>
                    </a:cubicBezTo>
                    <a:cubicBezTo>
                      <a:pt x="0" y="125105"/>
                      <a:pt x="5864" y="130969"/>
                      <a:pt x="13097" y="130969"/>
                    </a:cubicBezTo>
                    <a:lnTo>
                      <a:pt x="170259" y="130969"/>
                    </a:lnTo>
                    <a:cubicBezTo>
                      <a:pt x="177493" y="130969"/>
                      <a:pt x="183356" y="125105"/>
                      <a:pt x="183356" y="117872"/>
                    </a:cubicBezTo>
                    <a:cubicBezTo>
                      <a:pt x="183356" y="110639"/>
                      <a:pt x="177493" y="104775"/>
                      <a:pt x="170259" y="104775"/>
                    </a:cubicBezTo>
                    <a:close/>
                    <a:moveTo>
                      <a:pt x="170259" y="209550"/>
                    </a:moveTo>
                    <a:lnTo>
                      <a:pt x="13097" y="209550"/>
                    </a:lnTo>
                    <a:cubicBezTo>
                      <a:pt x="5864" y="209550"/>
                      <a:pt x="0" y="215414"/>
                      <a:pt x="0" y="222647"/>
                    </a:cubicBezTo>
                    <a:cubicBezTo>
                      <a:pt x="0" y="229880"/>
                      <a:pt x="5864" y="235744"/>
                      <a:pt x="13097" y="235744"/>
                    </a:cubicBezTo>
                    <a:lnTo>
                      <a:pt x="170259" y="235744"/>
                    </a:lnTo>
                    <a:cubicBezTo>
                      <a:pt x="177493" y="235744"/>
                      <a:pt x="183356" y="229880"/>
                      <a:pt x="183356" y="222647"/>
                    </a:cubicBezTo>
                    <a:cubicBezTo>
                      <a:pt x="183356" y="215414"/>
                      <a:pt x="177493" y="209550"/>
                      <a:pt x="170259" y="209550"/>
                    </a:cubicBezTo>
                    <a:close/>
                    <a:moveTo>
                      <a:pt x="353616" y="170259"/>
                    </a:moveTo>
                    <a:cubicBezTo>
                      <a:pt x="353613" y="174773"/>
                      <a:pt x="351287" y="178967"/>
                      <a:pt x="347460" y="181359"/>
                    </a:cubicBezTo>
                    <a:lnTo>
                      <a:pt x="242685" y="246843"/>
                    </a:lnTo>
                    <a:cubicBezTo>
                      <a:pt x="238649" y="249366"/>
                      <a:pt x="233561" y="249500"/>
                      <a:pt x="229398" y="247194"/>
                    </a:cubicBezTo>
                    <a:cubicBezTo>
                      <a:pt x="225234" y="244887"/>
                      <a:pt x="222649" y="240504"/>
                      <a:pt x="222647" y="235744"/>
                    </a:cubicBezTo>
                    <a:lnTo>
                      <a:pt x="222647" y="104775"/>
                    </a:lnTo>
                    <a:cubicBezTo>
                      <a:pt x="222649" y="100015"/>
                      <a:pt x="225234" y="95631"/>
                      <a:pt x="229398" y="93325"/>
                    </a:cubicBezTo>
                    <a:cubicBezTo>
                      <a:pt x="233561" y="91018"/>
                      <a:pt x="238649" y="91153"/>
                      <a:pt x="242685" y="93675"/>
                    </a:cubicBezTo>
                    <a:lnTo>
                      <a:pt x="347460" y="159160"/>
                    </a:lnTo>
                    <a:cubicBezTo>
                      <a:pt x="351287" y="161552"/>
                      <a:pt x="353613" y="165746"/>
                      <a:pt x="353616" y="170259"/>
                    </a:cubicBezTo>
                    <a:close/>
                    <a:moveTo>
                      <a:pt x="315815" y="170259"/>
                    </a:moveTo>
                    <a:lnTo>
                      <a:pt x="248841" y="128398"/>
                    </a:lnTo>
                    <a:lnTo>
                      <a:pt x="248841" y="212120"/>
                    </a:ln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3453745" y="4777264"/>
              <a:ext cx="8268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FIFO 排队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724299" y="5087302"/>
              <a:ext cx="285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卡 7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067300" y="3867150"/>
              <a:ext cx="2057400" cy="1619250"/>
            </a:xfrm>
            <a:prstGeom prst="roundRect">
              <a:avLst>
                <a:gd name="adj" fmla="val 5882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5938838" y="4132464"/>
              <a:ext cx="314325" cy="349048"/>
              <a:chOff x="5938838" y="4132464"/>
              <a:chExt cx="314325" cy="349048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5951934" y="4163275"/>
                <a:ext cx="288131" cy="248693"/>
              </a:xfrm>
              <a:custGeom>
                <a:avLst/>
                <a:gdLst/>
                <a:ahLst/>
                <a:cxnLst/>
                <a:rect l="l" t="t" r="r" b="b"/>
                <a:pathLst>
                  <a:path w="288131" h="248693">
                    <a:moveTo>
                      <a:pt x="288131" y="30106"/>
                    </a:moveTo>
                    <a:lnTo>
                      <a:pt x="288131" y="134881"/>
                    </a:lnTo>
                    <a:cubicBezTo>
                      <a:pt x="255569" y="163089"/>
                      <a:pt x="225545" y="164988"/>
                      <a:pt x="196453" y="156950"/>
                    </a:cubicBezTo>
                    <a:lnTo>
                      <a:pt x="196453" y="52175"/>
                    </a:lnTo>
                    <a:cubicBezTo>
                      <a:pt x="225528" y="60213"/>
                      <a:pt x="255569" y="58314"/>
                      <a:pt x="288131" y="30106"/>
                    </a:cubicBezTo>
                    <a:close/>
                    <a:moveTo>
                      <a:pt x="91678" y="112813"/>
                    </a:moveTo>
                    <a:lnTo>
                      <a:pt x="91678" y="8038"/>
                    </a:lnTo>
                    <a:cubicBezTo>
                      <a:pt x="62603" y="0"/>
                      <a:pt x="32562" y="1899"/>
                      <a:pt x="0" y="30106"/>
                    </a:cubicBezTo>
                    <a:lnTo>
                      <a:pt x="0" y="134881"/>
                    </a:lnTo>
                    <a:cubicBezTo>
                      <a:pt x="32562" y="106690"/>
                      <a:pt x="62587" y="104775"/>
                      <a:pt x="91678" y="112813"/>
                    </a:cubicBezTo>
                    <a:lnTo>
                      <a:pt x="91678" y="204491"/>
                    </a:lnTo>
                    <a:cubicBezTo>
                      <a:pt x="127072" y="214314"/>
                      <a:pt x="161059" y="238871"/>
                      <a:pt x="196453" y="248693"/>
                    </a:cubicBezTo>
                    <a:lnTo>
                      <a:pt x="196453" y="157015"/>
                    </a:lnTo>
                    <a:cubicBezTo>
                      <a:pt x="161059" y="147193"/>
                      <a:pt x="127072" y="122636"/>
                      <a:pt x="91678" y="112813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5938838" y="4132464"/>
                <a:ext cx="314325" cy="349048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349048">
                    <a:moveTo>
                      <a:pt x="306663" y="49048"/>
                    </a:moveTo>
                    <a:cubicBezTo>
                      <a:pt x="301994" y="46928"/>
                      <a:pt x="296517" y="47727"/>
                      <a:pt x="292650" y="51094"/>
                    </a:cubicBezTo>
                    <a:cubicBezTo>
                      <a:pt x="246811" y="90745"/>
                      <a:pt x="207978" y="71525"/>
                      <a:pt x="162974" y="49244"/>
                    </a:cubicBezTo>
                    <a:cubicBezTo>
                      <a:pt x="116349" y="26145"/>
                      <a:pt x="63487" y="0"/>
                      <a:pt x="4518" y="51094"/>
                    </a:cubicBezTo>
                    <a:cubicBezTo>
                      <a:pt x="1668" y="53565"/>
                      <a:pt x="21" y="57145"/>
                      <a:pt x="0" y="60917"/>
                    </a:cubicBezTo>
                    <a:lnTo>
                      <a:pt x="0" y="335951"/>
                    </a:lnTo>
                    <a:cubicBezTo>
                      <a:pt x="0" y="343184"/>
                      <a:pt x="5864" y="349048"/>
                      <a:pt x="13097" y="349048"/>
                    </a:cubicBezTo>
                    <a:cubicBezTo>
                      <a:pt x="20330" y="349048"/>
                      <a:pt x="26194" y="343184"/>
                      <a:pt x="26194" y="335951"/>
                    </a:cubicBezTo>
                    <a:lnTo>
                      <a:pt x="26194" y="263542"/>
                    </a:lnTo>
                    <a:cubicBezTo>
                      <a:pt x="70052" y="228901"/>
                      <a:pt x="107836" y="247580"/>
                      <a:pt x="151351" y="269124"/>
                    </a:cubicBezTo>
                    <a:cubicBezTo>
                      <a:pt x="197992" y="292191"/>
                      <a:pt x="250838" y="318336"/>
                      <a:pt x="309807" y="267274"/>
                    </a:cubicBezTo>
                    <a:cubicBezTo>
                      <a:pt x="312657" y="264804"/>
                      <a:pt x="314304" y="261224"/>
                      <a:pt x="314325" y="257452"/>
                    </a:cubicBezTo>
                    <a:lnTo>
                      <a:pt x="314325" y="60917"/>
                    </a:lnTo>
                    <a:cubicBezTo>
                      <a:pt x="314307" y="55804"/>
                      <a:pt x="311315" y="51170"/>
                      <a:pt x="306663" y="49048"/>
                    </a:cubicBezTo>
                    <a:close/>
                    <a:moveTo>
                      <a:pt x="91678" y="219225"/>
                    </a:moveTo>
                    <a:cubicBezTo>
                      <a:pt x="86572" y="218467"/>
                      <a:pt x="81418" y="218079"/>
                      <a:pt x="76257" y="218063"/>
                    </a:cubicBezTo>
                    <a:cubicBezTo>
                      <a:pt x="58632" y="218099"/>
                      <a:pt x="41341" y="222871"/>
                      <a:pt x="26194" y="231880"/>
                    </a:cubicBezTo>
                    <a:lnTo>
                      <a:pt x="26194" y="171880"/>
                    </a:lnTo>
                    <a:cubicBezTo>
                      <a:pt x="49113" y="153774"/>
                      <a:pt x="70396" y="150238"/>
                      <a:pt x="91678" y="154068"/>
                    </a:cubicBezTo>
                    <a:close/>
                    <a:moveTo>
                      <a:pt x="91678" y="127547"/>
                    </a:moveTo>
                    <a:cubicBezTo>
                      <a:pt x="69038" y="124017"/>
                      <a:pt x="45877" y="128505"/>
                      <a:pt x="26194" y="140235"/>
                    </a:cubicBezTo>
                    <a:lnTo>
                      <a:pt x="26194" y="67105"/>
                    </a:lnTo>
                    <a:cubicBezTo>
                      <a:pt x="49113" y="48999"/>
                      <a:pt x="70396" y="45479"/>
                      <a:pt x="91678" y="49310"/>
                    </a:cubicBezTo>
                    <a:close/>
                    <a:moveTo>
                      <a:pt x="196453" y="261184"/>
                    </a:moveTo>
                    <a:cubicBezTo>
                      <a:pt x="185550" y="256813"/>
                      <a:pt x="174467" y="251362"/>
                      <a:pt x="162974" y="245665"/>
                    </a:cubicBezTo>
                    <a:cubicBezTo>
                      <a:pt x="148535" y="238510"/>
                      <a:pt x="133506" y="231094"/>
                      <a:pt x="117872" y="225741"/>
                    </a:cubicBezTo>
                    <a:lnTo>
                      <a:pt x="117872" y="161894"/>
                    </a:lnTo>
                    <a:cubicBezTo>
                      <a:pt x="128775" y="166248"/>
                      <a:pt x="139858" y="171716"/>
                      <a:pt x="151351" y="177414"/>
                    </a:cubicBezTo>
                    <a:cubicBezTo>
                      <a:pt x="165790" y="184568"/>
                      <a:pt x="180819" y="191984"/>
                      <a:pt x="196453" y="197337"/>
                    </a:cubicBezTo>
                    <a:close/>
                    <a:moveTo>
                      <a:pt x="196453" y="169506"/>
                    </a:moveTo>
                    <a:cubicBezTo>
                      <a:pt x="185550" y="165135"/>
                      <a:pt x="174467" y="159684"/>
                      <a:pt x="162974" y="153970"/>
                    </a:cubicBezTo>
                    <a:cubicBezTo>
                      <a:pt x="148535" y="146832"/>
                      <a:pt x="133506" y="139400"/>
                      <a:pt x="117872" y="134047"/>
                    </a:cubicBezTo>
                    <a:lnTo>
                      <a:pt x="117872" y="57102"/>
                    </a:lnTo>
                    <a:cubicBezTo>
                      <a:pt x="128775" y="61457"/>
                      <a:pt x="139858" y="66925"/>
                      <a:pt x="151351" y="72622"/>
                    </a:cubicBezTo>
                    <a:cubicBezTo>
                      <a:pt x="165790" y="79760"/>
                      <a:pt x="180819" y="87192"/>
                      <a:pt x="196453" y="92546"/>
                    </a:cubicBezTo>
                    <a:close/>
                    <a:moveTo>
                      <a:pt x="288131" y="251231"/>
                    </a:moveTo>
                    <a:cubicBezTo>
                      <a:pt x="265212" y="269337"/>
                      <a:pt x="243929" y="272857"/>
                      <a:pt x="222647" y="269026"/>
                    </a:cubicBezTo>
                    <a:lnTo>
                      <a:pt x="222647" y="203869"/>
                    </a:lnTo>
                    <a:cubicBezTo>
                      <a:pt x="227752" y="204633"/>
                      <a:pt x="232906" y="205027"/>
                      <a:pt x="238068" y="205048"/>
                    </a:cubicBezTo>
                    <a:cubicBezTo>
                      <a:pt x="255697" y="204993"/>
                      <a:pt x="272987" y="200204"/>
                      <a:pt x="288131" y="191182"/>
                    </a:cubicBezTo>
                    <a:close/>
                    <a:moveTo>
                      <a:pt x="288131" y="159553"/>
                    </a:moveTo>
                    <a:cubicBezTo>
                      <a:pt x="265212" y="177659"/>
                      <a:pt x="243929" y="181195"/>
                      <a:pt x="222647" y="177364"/>
                    </a:cubicBezTo>
                    <a:lnTo>
                      <a:pt x="222647" y="99127"/>
                    </a:lnTo>
                    <a:cubicBezTo>
                      <a:pt x="245285" y="102663"/>
                      <a:pt x="268447" y="98182"/>
                      <a:pt x="288131" y="86456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5722763" y="47772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任务完成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953149" y="5087302"/>
              <a:ext cx="285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卡 8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296150" y="3867150"/>
              <a:ext cx="2057400" cy="1619250"/>
            </a:xfrm>
            <a:prstGeom prst="roundRect">
              <a:avLst>
                <a:gd name="adj" fmla="val 5882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8141494" y="4153227"/>
              <a:ext cx="379835" cy="342238"/>
              <a:chOff x="8141494" y="4153227"/>
              <a:chExt cx="379835" cy="342238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154591" y="4258866"/>
                <a:ext cx="91678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91678" h="130969">
                    <a:moveTo>
                      <a:pt x="91678" y="0"/>
                    </a:moveTo>
                    <a:lnTo>
                      <a:pt x="91678" y="130969"/>
                    </a:lnTo>
                    <a:lnTo>
                      <a:pt x="13097" y="130969"/>
                    </a:lnTo>
                    <a:cubicBezTo>
                      <a:pt x="5864" y="130969"/>
                      <a:pt x="0" y="125105"/>
                      <a:pt x="0" y="117872"/>
                    </a:cubicBezTo>
                    <a:lnTo>
                      <a:pt x="0" y="13097"/>
                    </a:lnTo>
                    <a:cubicBezTo>
                      <a:pt x="0" y="5864"/>
                      <a:pt x="5864" y="0"/>
                      <a:pt x="13097" y="0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41494" y="4153227"/>
                <a:ext cx="379835" cy="342238"/>
              </a:xfrm>
              <a:custGeom>
                <a:avLst/>
                <a:gdLst/>
                <a:ahLst/>
                <a:cxnLst/>
                <a:rect l="l" t="t" r="r" b="b"/>
                <a:pathLst>
                  <a:path w="379835" h="342238">
                    <a:moveTo>
                      <a:pt x="228393" y="2190"/>
                    </a:moveTo>
                    <a:cubicBezTo>
                      <a:pt x="223900" y="0"/>
                      <a:pt x="218552" y="559"/>
                      <a:pt x="214609" y="3630"/>
                    </a:cubicBezTo>
                    <a:lnTo>
                      <a:pt x="100273" y="92542"/>
                    </a:lnTo>
                    <a:lnTo>
                      <a:pt x="26194" y="92542"/>
                    </a:lnTo>
                    <a:cubicBezTo>
                      <a:pt x="11727" y="92542"/>
                      <a:pt x="0" y="104269"/>
                      <a:pt x="0" y="118735"/>
                    </a:cubicBezTo>
                    <a:lnTo>
                      <a:pt x="0" y="223510"/>
                    </a:lnTo>
                    <a:cubicBezTo>
                      <a:pt x="0" y="237977"/>
                      <a:pt x="11727" y="249704"/>
                      <a:pt x="26194" y="249704"/>
                    </a:cubicBezTo>
                    <a:lnTo>
                      <a:pt x="100273" y="249704"/>
                    </a:lnTo>
                    <a:lnTo>
                      <a:pt x="214609" y="338615"/>
                    </a:lnTo>
                    <a:cubicBezTo>
                      <a:pt x="218556" y="341684"/>
                      <a:pt x="223906" y="342238"/>
                      <a:pt x="228398" y="340042"/>
                    </a:cubicBezTo>
                    <a:cubicBezTo>
                      <a:pt x="232890" y="337847"/>
                      <a:pt x="235740" y="333285"/>
                      <a:pt x="235744" y="328285"/>
                    </a:cubicBezTo>
                    <a:lnTo>
                      <a:pt x="235744" y="13960"/>
                    </a:lnTo>
                    <a:cubicBezTo>
                      <a:pt x="235744" y="8954"/>
                      <a:pt x="232892" y="4386"/>
                      <a:pt x="228393" y="2190"/>
                    </a:cubicBezTo>
                    <a:close/>
                    <a:moveTo>
                      <a:pt x="26194" y="118735"/>
                    </a:moveTo>
                    <a:lnTo>
                      <a:pt x="91678" y="118735"/>
                    </a:lnTo>
                    <a:lnTo>
                      <a:pt x="91678" y="223510"/>
                    </a:lnTo>
                    <a:lnTo>
                      <a:pt x="26194" y="223510"/>
                    </a:lnTo>
                    <a:close/>
                    <a:moveTo>
                      <a:pt x="209550" y="301502"/>
                    </a:moveTo>
                    <a:lnTo>
                      <a:pt x="117872" y="230206"/>
                    </a:lnTo>
                    <a:lnTo>
                      <a:pt x="117872" y="112040"/>
                    </a:lnTo>
                    <a:lnTo>
                      <a:pt x="209550" y="40743"/>
                    </a:lnTo>
                    <a:close/>
                    <a:moveTo>
                      <a:pt x="297954" y="127838"/>
                    </a:moveTo>
                    <a:cubicBezTo>
                      <a:pt x="319748" y="152579"/>
                      <a:pt x="319748" y="189666"/>
                      <a:pt x="297954" y="214408"/>
                    </a:cubicBezTo>
                    <a:cubicBezTo>
                      <a:pt x="293140" y="219698"/>
                      <a:pt x="284972" y="220147"/>
                      <a:pt x="279606" y="215417"/>
                    </a:cubicBezTo>
                    <a:cubicBezTo>
                      <a:pt x="274241" y="210686"/>
                      <a:pt x="273663" y="202526"/>
                      <a:pt x="278309" y="197087"/>
                    </a:cubicBezTo>
                    <a:cubicBezTo>
                      <a:pt x="291378" y="182244"/>
                      <a:pt x="291378" y="160001"/>
                      <a:pt x="278309" y="145158"/>
                    </a:cubicBezTo>
                    <a:cubicBezTo>
                      <a:pt x="273663" y="139719"/>
                      <a:pt x="274241" y="131559"/>
                      <a:pt x="279606" y="126829"/>
                    </a:cubicBezTo>
                    <a:cubicBezTo>
                      <a:pt x="284972" y="122099"/>
                      <a:pt x="293140" y="122548"/>
                      <a:pt x="297954" y="127838"/>
                    </a:cubicBezTo>
                    <a:close/>
                    <a:moveTo>
                      <a:pt x="379809" y="171123"/>
                    </a:moveTo>
                    <a:cubicBezTo>
                      <a:pt x="379828" y="203344"/>
                      <a:pt x="367953" y="234439"/>
                      <a:pt x="346461" y="258446"/>
                    </a:cubicBezTo>
                    <a:cubicBezTo>
                      <a:pt x="341607" y="263699"/>
                      <a:pt x="333437" y="264086"/>
                      <a:pt x="328108" y="259316"/>
                    </a:cubicBezTo>
                    <a:cubicBezTo>
                      <a:pt x="322779" y="254545"/>
                      <a:pt x="322262" y="246382"/>
                      <a:pt x="326947" y="240978"/>
                    </a:cubicBezTo>
                    <a:cubicBezTo>
                      <a:pt x="362518" y="201206"/>
                      <a:pt x="362518" y="141056"/>
                      <a:pt x="326947" y="101284"/>
                    </a:cubicBezTo>
                    <a:cubicBezTo>
                      <a:pt x="323738" y="97811"/>
                      <a:pt x="322649" y="92878"/>
                      <a:pt x="324100" y="88377"/>
                    </a:cubicBezTo>
                    <a:cubicBezTo>
                      <a:pt x="325550" y="83876"/>
                      <a:pt x="329315" y="80507"/>
                      <a:pt x="333948" y="79562"/>
                    </a:cubicBezTo>
                    <a:cubicBezTo>
                      <a:pt x="338581" y="78617"/>
                      <a:pt x="343364" y="80243"/>
                      <a:pt x="346461" y="83816"/>
                    </a:cubicBezTo>
                    <a:cubicBezTo>
                      <a:pt x="367959" y="107813"/>
                      <a:pt x="379835" y="138905"/>
                      <a:pt x="379809" y="171123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7951613" y="47772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听过语义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181999" y="5087302"/>
              <a:ext cx="285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卡 9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525000" y="3867150"/>
              <a:ext cx="2057400" cy="1619250"/>
            </a:xfrm>
            <a:prstGeom prst="roundRect">
              <a:avLst>
                <a:gd name="adj" fmla="val 5882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10381761" y="4152411"/>
              <a:ext cx="343927" cy="343927"/>
              <a:chOff x="10381761" y="4152411"/>
              <a:chExt cx="343927" cy="343927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10395522" y="4166140"/>
                <a:ext cx="316502" cy="316519"/>
              </a:xfrm>
              <a:custGeom>
                <a:avLst/>
                <a:gdLst/>
                <a:ahLst/>
                <a:cxnLst/>
                <a:rect l="l" t="t" r="r" b="b"/>
                <a:pathLst>
                  <a:path w="316502" h="316519">
                    <a:moveTo>
                      <a:pt x="288917" y="150319"/>
                    </a:moveTo>
                    <a:lnTo>
                      <a:pt x="316388" y="115940"/>
                    </a:lnTo>
                    <a:cubicBezTo>
                      <a:pt x="312683" y="102012"/>
                      <a:pt x="307139" y="88639"/>
                      <a:pt x="299902" y="76175"/>
                    </a:cubicBezTo>
                    <a:lnTo>
                      <a:pt x="256191" y="71263"/>
                    </a:lnTo>
                    <a:cubicBezTo>
                      <a:pt x="252699" y="67329"/>
                      <a:pt x="248977" y="63606"/>
                      <a:pt x="245043" y="60115"/>
                    </a:cubicBezTo>
                    <a:lnTo>
                      <a:pt x="240131" y="16387"/>
                    </a:lnTo>
                    <a:cubicBezTo>
                      <a:pt x="227653" y="9195"/>
                      <a:pt x="214276" y="3689"/>
                      <a:pt x="200349" y="16"/>
                    </a:cubicBezTo>
                    <a:lnTo>
                      <a:pt x="165970" y="27471"/>
                    </a:lnTo>
                    <a:cubicBezTo>
                      <a:pt x="160714" y="27160"/>
                      <a:pt x="155444" y="27160"/>
                      <a:pt x="150188" y="27471"/>
                    </a:cubicBezTo>
                    <a:lnTo>
                      <a:pt x="115809" y="0"/>
                    </a:lnTo>
                    <a:cubicBezTo>
                      <a:pt x="101926" y="3716"/>
                      <a:pt x="88598" y="9260"/>
                      <a:pt x="76175" y="16486"/>
                    </a:cubicBezTo>
                    <a:lnTo>
                      <a:pt x="71263" y="60197"/>
                    </a:lnTo>
                    <a:cubicBezTo>
                      <a:pt x="67329" y="63688"/>
                      <a:pt x="63606" y="67411"/>
                      <a:pt x="60115" y="71345"/>
                    </a:cubicBezTo>
                    <a:lnTo>
                      <a:pt x="16387" y="76257"/>
                    </a:lnTo>
                    <a:cubicBezTo>
                      <a:pt x="9195" y="88734"/>
                      <a:pt x="3689" y="102112"/>
                      <a:pt x="16" y="116038"/>
                    </a:cubicBezTo>
                    <a:lnTo>
                      <a:pt x="27471" y="150418"/>
                    </a:lnTo>
                    <a:cubicBezTo>
                      <a:pt x="27160" y="155674"/>
                      <a:pt x="27160" y="160943"/>
                      <a:pt x="27471" y="166199"/>
                    </a:cubicBezTo>
                    <a:lnTo>
                      <a:pt x="0" y="200579"/>
                    </a:lnTo>
                    <a:cubicBezTo>
                      <a:pt x="3705" y="214507"/>
                      <a:pt x="9249" y="227880"/>
                      <a:pt x="16486" y="240344"/>
                    </a:cubicBezTo>
                    <a:lnTo>
                      <a:pt x="60197" y="245255"/>
                    </a:lnTo>
                    <a:cubicBezTo>
                      <a:pt x="63688" y="249189"/>
                      <a:pt x="67411" y="252912"/>
                      <a:pt x="71345" y="256404"/>
                    </a:cubicBezTo>
                    <a:lnTo>
                      <a:pt x="76257" y="300131"/>
                    </a:lnTo>
                    <a:cubicBezTo>
                      <a:pt x="88734" y="307324"/>
                      <a:pt x="102112" y="312829"/>
                      <a:pt x="116038" y="316502"/>
                    </a:cubicBezTo>
                    <a:lnTo>
                      <a:pt x="150418" y="289048"/>
                    </a:lnTo>
                    <a:cubicBezTo>
                      <a:pt x="155674" y="289359"/>
                      <a:pt x="160943" y="289359"/>
                      <a:pt x="166199" y="289048"/>
                    </a:cubicBezTo>
                    <a:lnTo>
                      <a:pt x="200579" y="316519"/>
                    </a:lnTo>
                    <a:cubicBezTo>
                      <a:pt x="214507" y="312813"/>
                      <a:pt x="227880" y="307270"/>
                      <a:pt x="240344" y="300033"/>
                    </a:cubicBezTo>
                    <a:lnTo>
                      <a:pt x="245255" y="256322"/>
                    </a:lnTo>
                    <a:cubicBezTo>
                      <a:pt x="249189" y="252830"/>
                      <a:pt x="252912" y="249108"/>
                      <a:pt x="256404" y="245174"/>
                    </a:cubicBezTo>
                    <a:lnTo>
                      <a:pt x="300131" y="240262"/>
                    </a:lnTo>
                    <a:cubicBezTo>
                      <a:pt x="307324" y="227784"/>
                      <a:pt x="312829" y="214407"/>
                      <a:pt x="316502" y="200480"/>
                    </a:cubicBezTo>
                    <a:lnTo>
                      <a:pt x="289048" y="166101"/>
                    </a:lnTo>
                    <a:cubicBezTo>
                      <a:pt x="289315" y="160843"/>
                      <a:pt x="289272" y="155573"/>
                      <a:pt x="288917" y="150319"/>
                    </a:cubicBezTo>
                    <a:close/>
                    <a:moveTo>
                      <a:pt x="158178" y="223695"/>
                    </a:moveTo>
                    <a:cubicBezTo>
                      <a:pt x="122011" y="223695"/>
                      <a:pt x="92693" y="194376"/>
                      <a:pt x="92693" y="158210"/>
                    </a:cubicBezTo>
                    <a:cubicBezTo>
                      <a:pt x="92693" y="122044"/>
                      <a:pt x="122011" y="92726"/>
                      <a:pt x="158178" y="92726"/>
                    </a:cubicBezTo>
                    <a:cubicBezTo>
                      <a:pt x="194344" y="92726"/>
                      <a:pt x="223662" y="122044"/>
                      <a:pt x="223662" y="158210"/>
                    </a:cubicBezTo>
                    <a:cubicBezTo>
                      <a:pt x="223662" y="194376"/>
                      <a:pt x="194344" y="223695"/>
                      <a:pt x="158178" y="223695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10381761" y="4152411"/>
                <a:ext cx="343927" cy="343927"/>
              </a:xfrm>
              <a:custGeom>
                <a:avLst/>
                <a:gdLst/>
                <a:ahLst/>
                <a:cxnLst/>
                <a:rect l="l" t="t" r="r" b="b"/>
                <a:pathLst>
                  <a:path w="343927" h="343927">
                    <a:moveTo>
                      <a:pt x="171939" y="93358"/>
                    </a:moveTo>
                    <a:cubicBezTo>
                      <a:pt x="128540" y="93358"/>
                      <a:pt x="93358" y="128540"/>
                      <a:pt x="93358" y="171939"/>
                    </a:cubicBezTo>
                    <a:cubicBezTo>
                      <a:pt x="93358" y="215338"/>
                      <a:pt x="128540" y="250520"/>
                      <a:pt x="171939" y="250520"/>
                    </a:cubicBezTo>
                    <a:cubicBezTo>
                      <a:pt x="215338" y="250520"/>
                      <a:pt x="250520" y="215338"/>
                      <a:pt x="250520" y="171939"/>
                    </a:cubicBezTo>
                    <a:cubicBezTo>
                      <a:pt x="250475" y="128558"/>
                      <a:pt x="215319" y="93403"/>
                      <a:pt x="171939" y="93358"/>
                    </a:cubicBezTo>
                    <a:close/>
                    <a:moveTo>
                      <a:pt x="171939" y="224326"/>
                    </a:moveTo>
                    <a:cubicBezTo>
                      <a:pt x="143006" y="224326"/>
                      <a:pt x="119551" y="200872"/>
                      <a:pt x="119551" y="171939"/>
                    </a:cubicBezTo>
                    <a:cubicBezTo>
                      <a:pt x="119551" y="143006"/>
                      <a:pt x="143006" y="119551"/>
                      <a:pt x="171939" y="119551"/>
                    </a:cubicBezTo>
                    <a:cubicBezTo>
                      <a:pt x="200872" y="119551"/>
                      <a:pt x="224326" y="143006"/>
                      <a:pt x="224326" y="171939"/>
                    </a:cubicBezTo>
                    <a:cubicBezTo>
                      <a:pt x="224326" y="200872"/>
                      <a:pt x="200872" y="224326"/>
                      <a:pt x="171939" y="224326"/>
                    </a:cubicBezTo>
                    <a:close/>
                    <a:moveTo>
                      <a:pt x="316004" y="175475"/>
                    </a:moveTo>
                    <a:cubicBezTo>
                      <a:pt x="316070" y="173118"/>
                      <a:pt x="316070" y="170760"/>
                      <a:pt x="316004" y="168403"/>
                    </a:cubicBezTo>
                    <a:lnTo>
                      <a:pt x="340430" y="137887"/>
                    </a:lnTo>
                    <a:cubicBezTo>
                      <a:pt x="343027" y="134638"/>
                      <a:pt x="343927" y="130348"/>
                      <a:pt x="342853" y="126329"/>
                    </a:cubicBezTo>
                    <a:cubicBezTo>
                      <a:pt x="338842" y="111280"/>
                      <a:pt x="332852" y="96829"/>
                      <a:pt x="325041" y="83355"/>
                    </a:cubicBezTo>
                    <a:cubicBezTo>
                      <a:pt x="322966" y="79780"/>
                      <a:pt x="319325" y="77395"/>
                      <a:pt x="315219" y="76921"/>
                    </a:cubicBezTo>
                    <a:lnTo>
                      <a:pt x="276386" y="72599"/>
                    </a:lnTo>
                    <a:cubicBezTo>
                      <a:pt x="274771" y="70896"/>
                      <a:pt x="273134" y="69259"/>
                      <a:pt x="271475" y="67688"/>
                    </a:cubicBezTo>
                    <a:lnTo>
                      <a:pt x="266891" y="28757"/>
                    </a:lnTo>
                    <a:cubicBezTo>
                      <a:pt x="266413" y="24648"/>
                      <a:pt x="264022" y="21006"/>
                      <a:pt x="260441" y="18935"/>
                    </a:cubicBezTo>
                    <a:cubicBezTo>
                      <a:pt x="246968" y="11130"/>
                      <a:pt x="232516" y="5151"/>
                      <a:pt x="217467" y="1156"/>
                    </a:cubicBezTo>
                    <a:cubicBezTo>
                      <a:pt x="213448" y="82"/>
                      <a:pt x="209158" y="981"/>
                      <a:pt x="205909" y="3578"/>
                    </a:cubicBezTo>
                    <a:lnTo>
                      <a:pt x="175475" y="27873"/>
                    </a:lnTo>
                    <a:cubicBezTo>
                      <a:pt x="173118" y="27873"/>
                      <a:pt x="170760" y="27873"/>
                      <a:pt x="168403" y="27873"/>
                    </a:cubicBezTo>
                    <a:lnTo>
                      <a:pt x="137887" y="3497"/>
                    </a:lnTo>
                    <a:cubicBezTo>
                      <a:pt x="134638" y="899"/>
                      <a:pt x="130348" y="0"/>
                      <a:pt x="126329" y="1074"/>
                    </a:cubicBezTo>
                    <a:cubicBezTo>
                      <a:pt x="111280" y="5085"/>
                      <a:pt x="96829" y="11075"/>
                      <a:pt x="83355" y="18885"/>
                    </a:cubicBezTo>
                    <a:cubicBezTo>
                      <a:pt x="79780" y="20961"/>
                      <a:pt x="77395" y="24602"/>
                      <a:pt x="76921" y="28708"/>
                    </a:cubicBezTo>
                    <a:lnTo>
                      <a:pt x="72599" y="67606"/>
                    </a:lnTo>
                    <a:cubicBezTo>
                      <a:pt x="70896" y="69232"/>
                      <a:pt x="69259" y="70869"/>
                      <a:pt x="67688" y="72517"/>
                    </a:cubicBezTo>
                    <a:lnTo>
                      <a:pt x="28757" y="76986"/>
                    </a:lnTo>
                    <a:cubicBezTo>
                      <a:pt x="24648" y="77465"/>
                      <a:pt x="21006" y="79856"/>
                      <a:pt x="18935" y="83437"/>
                    </a:cubicBezTo>
                    <a:cubicBezTo>
                      <a:pt x="11131" y="96913"/>
                      <a:pt x="5147" y="111363"/>
                      <a:pt x="1139" y="126411"/>
                    </a:cubicBezTo>
                    <a:cubicBezTo>
                      <a:pt x="70" y="130432"/>
                      <a:pt x="975" y="134722"/>
                      <a:pt x="3578" y="137969"/>
                    </a:cubicBezTo>
                    <a:lnTo>
                      <a:pt x="27873" y="168403"/>
                    </a:lnTo>
                    <a:cubicBezTo>
                      <a:pt x="27873" y="170760"/>
                      <a:pt x="27873" y="173118"/>
                      <a:pt x="27873" y="175475"/>
                    </a:cubicBezTo>
                    <a:lnTo>
                      <a:pt x="3497" y="205991"/>
                    </a:lnTo>
                    <a:cubicBezTo>
                      <a:pt x="899" y="209240"/>
                      <a:pt x="0" y="213530"/>
                      <a:pt x="1074" y="217549"/>
                    </a:cubicBezTo>
                    <a:cubicBezTo>
                      <a:pt x="5085" y="232598"/>
                      <a:pt x="11075" y="247048"/>
                      <a:pt x="18885" y="260523"/>
                    </a:cubicBezTo>
                    <a:cubicBezTo>
                      <a:pt x="20961" y="264097"/>
                      <a:pt x="24602" y="266482"/>
                      <a:pt x="28708" y="266957"/>
                    </a:cubicBezTo>
                    <a:lnTo>
                      <a:pt x="67540" y="271279"/>
                    </a:lnTo>
                    <a:cubicBezTo>
                      <a:pt x="69167" y="272981"/>
                      <a:pt x="70804" y="274618"/>
                      <a:pt x="72452" y="276190"/>
                    </a:cubicBezTo>
                    <a:lnTo>
                      <a:pt x="76986" y="315120"/>
                    </a:lnTo>
                    <a:cubicBezTo>
                      <a:pt x="77465" y="319230"/>
                      <a:pt x="79856" y="322871"/>
                      <a:pt x="83437" y="324943"/>
                    </a:cubicBezTo>
                    <a:cubicBezTo>
                      <a:pt x="96913" y="332746"/>
                      <a:pt x="111363" y="338730"/>
                      <a:pt x="126411" y="342738"/>
                    </a:cubicBezTo>
                    <a:cubicBezTo>
                      <a:pt x="130432" y="343808"/>
                      <a:pt x="134722" y="342902"/>
                      <a:pt x="137969" y="340299"/>
                    </a:cubicBezTo>
                    <a:lnTo>
                      <a:pt x="168403" y="316004"/>
                    </a:lnTo>
                    <a:cubicBezTo>
                      <a:pt x="170760" y="316070"/>
                      <a:pt x="173118" y="316070"/>
                      <a:pt x="175475" y="316004"/>
                    </a:cubicBezTo>
                    <a:lnTo>
                      <a:pt x="205991" y="340430"/>
                    </a:lnTo>
                    <a:cubicBezTo>
                      <a:pt x="209240" y="343027"/>
                      <a:pt x="213530" y="343927"/>
                      <a:pt x="217549" y="342853"/>
                    </a:cubicBezTo>
                    <a:cubicBezTo>
                      <a:pt x="232600" y="338849"/>
                      <a:pt x="247052" y="332859"/>
                      <a:pt x="260523" y="325041"/>
                    </a:cubicBezTo>
                    <a:cubicBezTo>
                      <a:pt x="264097" y="322966"/>
                      <a:pt x="266482" y="319325"/>
                      <a:pt x="266957" y="315219"/>
                    </a:cubicBezTo>
                    <a:lnTo>
                      <a:pt x="271279" y="276386"/>
                    </a:lnTo>
                    <a:cubicBezTo>
                      <a:pt x="272981" y="274771"/>
                      <a:pt x="274618" y="273134"/>
                      <a:pt x="276190" y="271475"/>
                    </a:cubicBezTo>
                    <a:lnTo>
                      <a:pt x="315120" y="266891"/>
                    </a:lnTo>
                    <a:cubicBezTo>
                      <a:pt x="319230" y="266413"/>
                      <a:pt x="322871" y="264022"/>
                      <a:pt x="324943" y="260441"/>
                    </a:cubicBezTo>
                    <a:cubicBezTo>
                      <a:pt x="332746" y="246965"/>
                      <a:pt x="338730" y="232514"/>
                      <a:pt x="342738" y="217467"/>
                    </a:cubicBezTo>
                    <a:cubicBezTo>
                      <a:pt x="343808" y="213445"/>
                      <a:pt x="342902" y="209155"/>
                      <a:pt x="340299" y="205909"/>
                    </a:cubicBezTo>
                    <a:close/>
                    <a:moveTo>
                      <a:pt x="289647" y="164834"/>
                    </a:moveTo>
                    <a:cubicBezTo>
                      <a:pt x="289925" y="169566"/>
                      <a:pt x="289925" y="174311"/>
                      <a:pt x="289647" y="179044"/>
                    </a:cubicBezTo>
                    <a:cubicBezTo>
                      <a:pt x="289452" y="182284"/>
                      <a:pt x="290467" y="185481"/>
                      <a:pt x="292496" y="188015"/>
                    </a:cubicBezTo>
                    <a:lnTo>
                      <a:pt x="315726" y="217041"/>
                    </a:lnTo>
                    <a:cubicBezTo>
                      <a:pt x="313060" y="225513"/>
                      <a:pt x="309647" y="233731"/>
                      <a:pt x="305527" y="241598"/>
                    </a:cubicBezTo>
                    <a:lnTo>
                      <a:pt x="268528" y="245789"/>
                    </a:lnTo>
                    <a:cubicBezTo>
                      <a:pt x="265306" y="246146"/>
                      <a:pt x="262331" y="247686"/>
                      <a:pt x="260179" y="250111"/>
                    </a:cubicBezTo>
                    <a:cubicBezTo>
                      <a:pt x="257028" y="253655"/>
                      <a:pt x="253671" y="257011"/>
                      <a:pt x="250127" y="260163"/>
                    </a:cubicBezTo>
                    <a:cubicBezTo>
                      <a:pt x="247703" y="262315"/>
                      <a:pt x="246163" y="265290"/>
                      <a:pt x="245805" y="268512"/>
                    </a:cubicBezTo>
                    <a:lnTo>
                      <a:pt x="241696" y="305478"/>
                    </a:lnTo>
                    <a:cubicBezTo>
                      <a:pt x="233830" y="309600"/>
                      <a:pt x="225612" y="313013"/>
                      <a:pt x="217139" y="315677"/>
                    </a:cubicBezTo>
                    <a:lnTo>
                      <a:pt x="188097" y="292446"/>
                    </a:lnTo>
                    <a:cubicBezTo>
                      <a:pt x="185773" y="290590"/>
                      <a:pt x="182886" y="289579"/>
                      <a:pt x="179912" y="289581"/>
                    </a:cubicBezTo>
                    <a:lnTo>
                      <a:pt x="179126" y="289581"/>
                    </a:lnTo>
                    <a:cubicBezTo>
                      <a:pt x="174393" y="289860"/>
                      <a:pt x="169648" y="289860"/>
                      <a:pt x="164916" y="289581"/>
                    </a:cubicBezTo>
                    <a:cubicBezTo>
                      <a:pt x="161677" y="289396"/>
                      <a:pt x="158483" y="290410"/>
                      <a:pt x="155944" y="292430"/>
                    </a:cubicBezTo>
                    <a:lnTo>
                      <a:pt x="126836" y="315677"/>
                    </a:lnTo>
                    <a:cubicBezTo>
                      <a:pt x="118365" y="313011"/>
                      <a:pt x="110147" y="309598"/>
                      <a:pt x="102280" y="305478"/>
                    </a:cubicBezTo>
                    <a:lnTo>
                      <a:pt x="98089" y="268528"/>
                    </a:lnTo>
                    <a:cubicBezTo>
                      <a:pt x="97731" y="265306"/>
                      <a:pt x="96191" y="262331"/>
                      <a:pt x="93767" y="260179"/>
                    </a:cubicBezTo>
                    <a:cubicBezTo>
                      <a:pt x="90223" y="257028"/>
                      <a:pt x="86866" y="253671"/>
                      <a:pt x="83715" y="250127"/>
                    </a:cubicBezTo>
                    <a:cubicBezTo>
                      <a:pt x="81563" y="247703"/>
                      <a:pt x="78588" y="246163"/>
                      <a:pt x="75366" y="245805"/>
                    </a:cubicBezTo>
                    <a:lnTo>
                      <a:pt x="38400" y="241680"/>
                    </a:lnTo>
                    <a:cubicBezTo>
                      <a:pt x="34277" y="233813"/>
                      <a:pt x="30864" y="225595"/>
                      <a:pt x="28201" y="217123"/>
                    </a:cubicBezTo>
                    <a:lnTo>
                      <a:pt x="51431" y="188081"/>
                    </a:lnTo>
                    <a:cubicBezTo>
                      <a:pt x="53460" y="185547"/>
                      <a:pt x="54475" y="182349"/>
                      <a:pt x="54280" y="179109"/>
                    </a:cubicBezTo>
                    <a:cubicBezTo>
                      <a:pt x="54001" y="174377"/>
                      <a:pt x="54001" y="169632"/>
                      <a:pt x="54280" y="164899"/>
                    </a:cubicBezTo>
                    <a:cubicBezTo>
                      <a:pt x="54475" y="161659"/>
                      <a:pt x="53460" y="158462"/>
                      <a:pt x="51431" y="155928"/>
                    </a:cubicBezTo>
                    <a:lnTo>
                      <a:pt x="28201" y="126836"/>
                    </a:lnTo>
                    <a:cubicBezTo>
                      <a:pt x="30866" y="118365"/>
                      <a:pt x="34279" y="110147"/>
                      <a:pt x="38400" y="102280"/>
                    </a:cubicBezTo>
                    <a:lnTo>
                      <a:pt x="75349" y="98089"/>
                    </a:lnTo>
                    <a:cubicBezTo>
                      <a:pt x="78571" y="97731"/>
                      <a:pt x="81546" y="96191"/>
                      <a:pt x="83699" y="93767"/>
                    </a:cubicBezTo>
                    <a:cubicBezTo>
                      <a:pt x="86850" y="90223"/>
                      <a:pt x="90206" y="86866"/>
                      <a:pt x="93750" y="83715"/>
                    </a:cubicBezTo>
                    <a:cubicBezTo>
                      <a:pt x="96184" y="81561"/>
                      <a:pt x="97731" y="78580"/>
                      <a:pt x="98089" y="75349"/>
                    </a:cubicBezTo>
                    <a:lnTo>
                      <a:pt x="102198" y="38400"/>
                    </a:lnTo>
                    <a:cubicBezTo>
                      <a:pt x="110064" y="34277"/>
                      <a:pt x="118282" y="30864"/>
                      <a:pt x="126755" y="28201"/>
                    </a:cubicBezTo>
                    <a:lnTo>
                      <a:pt x="155797" y="51431"/>
                    </a:lnTo>
                    <a:cubicBezTo>
                      <a:pt x="158331" y="53460"/>
                      <a:pt x="161528" y="54475"/>
                      <a:pt x="164768" y="54280"/>
                    </a:cubicBezTo>
                    <a:cubicBezTo>
                      <a:pt x="169501" y="54001"/>
                      <a:pt x="174246" y="54001"/>
                      <a:pt x="178978" y="54280"/>
                    </a:cubicBezTo>
                    <a:cubicBezTo>
                      <a:pt x="182217" y="54465"/>
                      <a:pt x="185411" y="53451"/>
                      <a:pt x="187950" y="51431"/>
                    </a:cubicBezTo>
                    <a:lnTo>
                      <a:pt x="217041" y="28201"/>
                    </a:lnTo>
                    <a:cubicBezTo>
                      <a:pt x="225513" y="30866"/>
                      <a:pt x="233731" y="34279"/>
                      <a:pt x="241598" y="38400"/>
                    </a:cubicBezTo>
                    <a:lnTo>
                      <a:pt x="245789" y="75349"/>
                    </a:lnTo>
                    <a:cubicBezTo>
                      <a:pt x="246146" y="78571"/>
                      <a:pt x="247686" y="81546"/>
                      <a:pt x="250111" y="83699"/>
                    </a:cubicBezTo>
                    <a:cubicBezTo>
                      <a:pt x="253655" y="86850"/>
                      <a:pt x="257011" y="90206"/>
                      <a:pt x="260163" y="93750"/>
                    </a:cubicBezTo>
                    <a:cubicBezTo>
                      <a:pt x="262315" y="96175"/>
                      <a:pt x="265290" y="97715"/>
                      <a:pt x="268512" y="98072"/>
                    </a:cubicBezTo>
                    <a:lnTo>
                      <a:pt x="305478" y="102182"/>
                    </a:lnTo>
                    <a:cubicBezTo>
                      <a:pt x="309600" y="110048"/>
                      <a:pt x="313013" y="118266"/>
                      <a:pt x="315677" y="126738"/>
                    </a:cubicBezTo>
                    <a:lnTo>
                      <a:pt x="292446" y="155781"/>
                    </a:lnTo>
                    <a:cubicBezTo>
                      <a:pt x="290398" y="158336"/>
                      <a:pt x="289382" y="161566"/>
                      <a:pt x="289598" y="164834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180463" y="47772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常驻管家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389846" y="5087302"/>
              <a:ext cx="3277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卡 10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598170" y="64750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21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32" name="Group 32"/>
          <p:cNvGrpSpPr/>
          <p:nvPr/>
        </p:nvGrpSpPr>
        <p:grpSpPr>
          <a:xfrm>
            <a:off x="573405" y="392906"/>
            <a:ext cx="11008995" cy="6265069"/>
            <a:chOff x="573405" y="392906"/>
            <a:chExt cx="11008995" cy="6265069"/>
          </a:xfrm>
        </p:grpSpPr>
        <p:sp>
          <p:nvSpPr>
            <p:cNvPr id="3" name="TextBox 3"/>
            <p:cNvSpPr txBox="1"/>
            <p:nvPr/>
          </p:nvSpPr>
          <p:spPr>
            <a:xfrm>
              <a:off x="595312" y="392906"/>
              <a:ext cx="11912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原理 1 / 10 · 网络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3405" y="721042"/>
              <a:ext cx="526003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本地直连，仍然需要云端模型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8645" y="1260158"/>
              <a:ext cx="598265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分清设备通信和模型调用，才不会误以为整套系统离线可用。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88645" y="19364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局域网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995362" y="2652712"/>
              <a:ext cx="600075" cy="428625"/>
              <a:chOff x="995362" y="2652712"/>
              <a:chExt cx="600075" cy="42862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16780" y="2674130"/>
                <a:ext cx="557227" cy="385737"/>
              </a:xfrm>
              <a:custGeom>
                <a:avLst/>
                <a:gdLst/>
                <a:ahLst/>
                <a:cxnLst/>
                <a:rect l="l" t="t" r="r" b="b"/>
                <a:pathLst>
                  <a:path w="557227" h="385737">
                    <a:moveTo>
                      <a:pt x="557227" y="22758"/>
                    </a:moveTo>
                    <a:lnTo>
                      <a:pt x="557227" y="362979"/>
                    </a:lnTo>
                    <a:cubicBezTo>
                      <a:pt x="557227" y="369011"/>
                      <a:pt x="554831" y="374796"/>
                      <a:pt x="550565" y="379062"/>
                    </a:cubicBezTo>
                    <a:cubicBezTo>
                      <a:pt x="546300" y="383327"/>
                      <a:pt x="540515" y="385723"/>
                      <a:pt x="534483" y="385723"/>
                    </a:cubicBezTo>
                    <a:lnTo>
                      <a:pt x="22812" y="385723"/>
                    </a:lnTo>
                    <a:cubicBezTo>
                      <a:pt x="16780" y="385737"/>
                      <a:pt x="10989" y="383355"/>
                      <a:pt x="6714" y="379100"/>
                    </a:cubicBezTo>
                    <a:cubicBezTo>
                      <a:pt x="2438" y="374844"/>
                      <a:pt x="28" y="369065"/>
                      <a:pt x="14" y="363033"/>
                    </a:cubicBezTo>
                    <a:lnTo>
                      <a:pt x="14" y="22812"/>
                    </a:lnTo>
                    <a:cubicBezTo>
                      <a:pt x="0" y="16770"/>
                      <a:pt x="2390" y="10972"/>
                      <a:pt x="6657" y="6695"/>
                    </a:cubicBezTo>
                    <a:cubicBezTo>
                      <a:pt x="10924" y="2418"/>
                      <a:pt x="16717" y="14"/>
                      <a:pt x="22758" y="14"/>
                    </a:cubicBezTo>
                    <a:lnTo>
                      <a:pt x="534429" y="14"/>
                    </a:lnTo>
                    <a:cubicBezTo>
                      <a:pt x="540471" y="0"/>
                      <a:pt x="546269" y="2390"/>
                      <a:pt x="550546" y="6657"/>
                    </a:cubicBezTo>
                    <a:cubicBezTo>
                      <a:pt x="554823" y="10924"/>
                      <a:pt x="557227" y="16717"/>
                      <a:pt x="557227" y="22758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95362" y="2652712"/>
                <a:ext cx="600075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600075" h="428625">
                    <a:moveTo>
                      <a:pt x="555900" y="0"/>
                    </a:moveTo>
                    <a:lnTo>
                      <a:pt x="44229" y="0"/>
                    </a:lnTo>
                    <a:cubicBezTo>
                      <a:pt x="19823" y="0"/>
                      <a:pt x="30" y="19769"/>
                      <a:pt x="0" y="44175"/>
                    </a:cubicBezTo>
                    <a:lnTo>
                      <a:pt x="0" y="384396"/>
                    </a:lnTo>
                    <a:cubicBezTo>
                      <a:pt x="0" y="408802"/>
                      <a:pt x="19769" y="428595"/>
                      <a:pt x="44175" y="428625"/>
                    </a:cubicBezTo>
                    <a:lnTo>
                      <a:pt x="555846" y="428625"/>
                    </a:lnTo>
                    <a:cubicBezTo>
                      <a:pt x="580252" y="428625"/>
                      <a:pt x="600045" y="408856"/>
                      <a:pt x="600075" y="384450"/>
                    </a:cubicBezTo>
                    <a:lnTo>
                      <a:pt x="600075" y="44229"/>
                    </a:lnTo>
                    <a:cubicBezTo>
                      <a:pt x="600075" y="19823"/>
                      <a:pt x="580306" y="30"/>
                      <a:pt x="555900" y="0"/>
                    </a:cubicBezTo>
                    <a:close/>
                    <a:moveTo>
                      <a:pt x="557213" y="384450"/>
                    </a:moveTo>
                    <a:cubicBezTo>
                      <a:pt x="557213" y="384798"/>
                      <a:pt x="557074" y="385132"/>
                      <a:pt x="556828" y="385378"/>
                    </a:cubicBezTo>
                    <a:cubicBezTo>
                      <a:pt x="556582" y="385624"/>
                      <a:pt x="556248" y="385763"/>
                      <a:pt x="555900" y="385763"/>
                    </a:cubicBezTo>
                    <a:lnTo>
                      <a:pt x="44229" y="385763"/>
                    </a:lnTo>
                    <a:cubicBezTo>
                      <a:pt x="43881" y="385763"/>
                      <a:pt x="43547" y="385624"/>
                      <a:pt x="43301" y="385378"/>
                    </a:cubicBezTo>
                    <a:cubicBezTo>
                      <a:pt x="43054" y="385132"/>
                      <a:pt x="42916" y="384798"/>
                      <a:pt x="42916" y="384450"/>
                    </a:cubicBezTo>
                    <a:lnTo>
                      <a:pt x="42916" y="44229"/>
                    </a:lnTo>
                    <a:cubicBezTo>
                      <a:pt x="42916" y="43504"/>
                      <a:pt x="43504" y="42916"/>
                      <a:pt x="44229" y="42916"/>
                    </a:cubicBezTo>
                    <a:lnTo>
                      <a:pt x="555900" y="42916"/>
                    </a:lnTo>
                    <a:cubicBezTo>
                      <a:pt x="556248" y="42916"/>
                      <a:pt x="556582" y="43054"/>
                      <a:pt x="556828" y="43301"/>
                    </a:cubicBezTo>
                    <a:cubicBezTo>
                      <a:pt x="557074" y="43547"/>
                      <a:pt x="557213" y="43881"/>
                      <a:pt x="557213" y="44229"/>
                    </a:cubicBezTo>
                    <a:close/>
                    <a:moveTo>
                      <a:pt x="514350" y="214313"/>
                    </a:moveTo>
                    <a:cubicBezTo>
                      <a:pt x="514350" y="226149"/>
                      <a:pt x="504755" y="235744"/>
                      <a:pt x="492919" y="235744"/>
                    </a:cubicBezTo>
                    <a:lnTo>
                      <a:pt x="107156" y="235744"/>
                    </a:lnTo>
                    <a:cubicBezTo>
                      <a:pt x="95320" y="235744"/>
                      <a:pt x="85725" y="226149"/>
                      <a:pt x="85725" y="214313"/>
                    </a:cubicBezTo>
                    <a:cubicBezTo>
                      <a:pt x="85725" y="202476"/>
                      <a:pt x="95320" y="192881"/>
                      <a:pt x="107156" y="192881"/>
                    </a:cubicBezTo>
                    <a:lnTo>
                      <a:pt x="492919" y="192881"/>
                    </a:lnTo>
                    <a:cubicBezTo>
                      <a:pt x="504755" y="192881"/>
                      <a:pt x="514350" y="202476"/>
                      <a:pt x="514350" y="214313"/>
                    </a:cubicBezTo>
                    <a:close/>
                    <a:moveTo>
                      <a:pt x="514350" y="128588"/>
                    </a:moveTo>
                    <a:cubicBezTo>
                      <a:pt x="514350" y="140424"/>
                      <a:pt x="504755" y="150019"/>
                      <a:pt x="492919" y="150019"/>
                    </a:cubicBezTo>
                    <a:lnTo>
                      <a:pt x="107156" y="150019"/>
                    </a:lnTo>
                    <a:cubicBezTo>
                      <a:pt x="95320" y="150019"/>
                      <a:pt x="85725" y="140424"/>
                      <a:pt x="85725" y="128588"/>
                    </a:cubicBezTo>
                    <a:cubicBezTo>
                      <a:pt x="85725" y="116751"/>
                      <a:pt x="95320" y="107156"/>
                      <a:pt x="107156" y="107156"/>
                    </a:cubicBezTo>
                    <a:lnTo>
                      <a:pt x="492919" y="107156"/>
                    </a:lnTo>
                    <a:cubicBezTo>
                      <a:pt x="504755" y="107156"/>
                      <a:pt x="514350" y="116751"/>
                      <a:pt x="514350" y="128588"/>
                    </a:cubicBezTo>
                    <a:close/>
                    <a:moveTo>
                      <a:pt x="150019" y="300038"/>
                    </a:moveTo>
                    <a:cubicBezTo>
                      <a:pt x="150019" y="311874"/>
                      <a:pt x="140424" y="321469"/>
                      <a:pt x="128588" y="321469"/>
                    </a:cubicBezTo>
                    <a:lnTo>
                      <a:pt x="107156" y="321469"/>
                    </a:lnTo>
                    <a:cubicBezTo>
                      <a:pt x="95320" y="321469"/>
                      <a:pt x="85725" y="311874"/>
                      <a:pt x="85725" y="300038"/>
                    </a:cubicBezTo>
                    <a:cubicBezTo>
                      <a:pt x="85725" y="288201"/>
                      <a:pt x="95320" y="278606"/>
                      <a:pt x="107156" y="278606"/>
                    </a:cubicBezTo>
                    <a:lnTo>
                      <a:pt x="128588" y="278606"/>
                    </a:lnTo>
                    <a:cubicBezTo>
                      <a:pt x="140424" y="278606"/>
                      <a:pt x="150019" y="288201"/>
                      <a:pt x="150019" y="300038"/>
                    </a:cubicBezTo>
                    <a:close/>
                    <a:moveTo>
                      <a:pt x="407194" y="300038"/>
                    </a:moveTo>
                    <a:cubicBezTo>
                      <a:pt x="407194" y="311874"/>
                      <a:pt x="397599" y="321469"/>
                      <a:pt x="385763" y="321469"/>
                    </a:cubicBezTo>
                    <a:lnTo>
                      <a:pt x="214313" y="321469"/>
                    </a:lnTo>
                    <a:cubicBezTo>
                      <a:pt x="202476" y="321469"/>
                      <a:pt x="192881" y="311874"/>
                      <a:pt x="192881" y="300038"/>
                    </a:cubicBezTo>
                    <a:cubicBezTo>
                      <a:pt x="192881" y="288201"/>
                      <a:pt x="202476" y="278606"/>
                      <a:pt x="214313" y="278606"/>
                    </a:cubicBezTo>
                    <a:lnTo>
                      <a:pt x="385763" y="278606"/>
                    </a:lnTo>
                    <a:cubicBezTo>
                      <a:pt x="397599" y="278606"/>
                      <a:pt x="407194" y="288201"/>
                      <a:pt x="407194" y="300038"/>
                    </a:cubicBezTo>
                    <a:close/>
                    <a:moveTo>
                      <a:pt x="514350" y="300038"/>
                    </a:moveTo>
                    <a:cubicBezTo>
                      <a:pt x="514350" y="311874"/>
                      <a:pt x="504755" y="321469"/>
                      <a:pt x="492919" y="321469"/>
                    </a:cubicBezTo>
                    <a:lnTo>
                      <a:pt x="471488" y="321469"/>
                    </a:lnTo>
                    <a:cubicBezTo>
                      <a:pt x="459651" y="321469"/>
                      <a:pt x="450056" y="311874"/>
                      <a:pt x="450056" y="300038"/>
                    </a:cubicBezTo>
                    <a:cubicBezTo>
                      <a:pt x="450056" y="288201"/>
                      <a:pt x="459651" y="278606"/>
                      <a:pt x="471488" y="278606"/>
                    </a:cubicBezTo>
                    <a:lnTo>
                      <a:pt x="492919" y="278606"/>
                    </a:lnTo>
                    <a:cubicBezTo>
                      <a:pt x="504755" y="278606"/>
                      <a:pt x="514350" y="288201"/>
                      <a:pt x="514350" y="300038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849630" y="3364230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键盘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000250" y="2781300"/>
              <a:ext cx="3429000" cy="314325"/>
            </a:xfrm>
            <a:custGeom>
              <a:avLst/>
              <a:gdLst/>
              <a:ahLst/>
              <a:cxnLst/>
              <a:rect l="l" t="t" r="r" b="b"/>
              <a:pathLst>
                <a:path w="3429000" h="314325">
                  <a:moveTo>
                    <a:pt x="0" y="0"/>
                  </a:moveTo>
                  <a:lnTo>
                    <a:pt x="3429000" y="0"/>
                  </a:lnTo>
                  <a:moveTo>
                    <a:pt x="0" y="314325"/>
                  </a:moveTo>
                  <a:lnTo>
                    <a:pt x="3429000" y="314325"/>
                  </a:lnTo>
                </a:path>
              </a:pathLst>
            </a:custGeom>
            <a:solidFill>
              <a:srgbClr val="19211F"/>
            </a:solidFill>
            <a:ln w="28575">
              <a:solidFill>
                <a:srgbClr val="1E966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000250" y="2705100"/>
              <a:ext cx="3429000" cy="466725"/>
            </a:xfrm>
            <a:custGeom>
              <a:avLst/>
              <a:gdLst/>
              <a:ahLst/>
              <a:cxnLst/>
              <a:rect l="l" t="t" r="r" b="b"/>
              <a:pathLst>
                <a:path w="3429000" h="466725">
                  <a:moveTo>
                    <a:pt x="3305175" y="0"/>
                  </a:moveTo>
                  <a:lnTo>
                    <a:pt x="3429000" y="76200"/>
                  </a:lnTo>
                  <a:lnTo>
                    <a:pt x="3305175" y="152400"/>
                  </a:lnTo>
                  <a:moveTo>
                    <a:pt x="123825" y="314325"/>
                  </a:moveTo>
                  <a:lnTo>
                    <a:pt x="0" y="390525"/>
                  </a:lnTo>
                  <a:lnTo>
                    <a:pt x="123825" y="466725"/>
                  </a:lnTo>
                </a:path>
              </a:pathLst>
            </a:custGeom>
            <a:noFill/>
            <a:ln w="28575">
              <a:solidFill>
                <a:srgbClr val="1E966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331720" y="2365058"/>
              <a:ext cx="224218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上行 PCM + HMAC 认证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55545" y="3336608"/>
              <a:ext cx="19451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下行 AES-GCM 加密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5874544" y="2631281"/>
              <a:ext cx="557212" cy="514350"/>
              <a:chOff x="5874544" y="2631281"/>
              <a:chExt cx="557212" cy="51435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5895975" y="2652712"/>
                <a:ext cx="514350" cy="278606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278606">
                    <a:moveTo>
                      <a:pt x="514350" y="42862"/>
                    </a:moveTo>
                    <a:lnTo>
                      <a:pt x="514350" y="278606"/>
                    </a:lnTo>
                    <a:lnTo>
                      <a:pt x="0" y="278606"/>
                    </a:lnTo>
                    <a:lnTo>
                      <a:pt x="0" y="42862"/>
                    </a:lnTo>
                    <a:cubicBezTo>
                      <a:pt x="0" y="19190"/>
                      <a:pt x="19190" y="0"/>
                      <a:pt x="42862" y="0"/>
                    </a:cubicBezTo>
                    <a:lnTo>
                      <a:pt x="471488" y="0"/>
                    </a:lnTo>
                    <a:cubicBezTo>
                      <a:pt x="495160" y="0"/>
                      <a:pt x="514350" y="19190"/>
                      <a:pt x="514350" y="42862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874544" y="2631281"/>
                <a:ext cx="557212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557212" h="514350">
                    <a:moveTo>
                      <a:pt x="492919" y="0"/>
                    </a:moveTo>
                    <a:lnTo>
                      <a:pt x="64294" y="0"/>
                    </a:lnTo>
                    <a:cubicBezTo>
                      <a:pt x="28785" y="0"/>
                      <a:pt x="0" y="28785"/>
                      <a:pt x="0" y="64294"/>
                    </a:cubicBezTo>
                    <a:lnTo>
                      <a:pt x="0" y="364331"/>
                    </a:lnTo>
                    <a:cubicBezTo>
                      <a:pt x="0" y="399840"/>
                      <a:pt x="28785" y="428625"/>
                      <a:pt x="64294" y="428625"/>
                    </a:cubicBezTo>
                    <a:lnTo>
                      <a:pt x="257175" y="428625"/>
                    </a:lnTo>
                    <a:lnTo>
                      <a:pt x="257175" y="471488"/>
                    </a:lnTo>
                    <a:lnTo>
                      <a:pt x="192881" y="471488"/>
                    </a:lnTo>
                    <a:cubicBezTo>
                      <a:pt x="181045" y="471488"/>
                      <a:pt x="171450" y="481083"/>
                      <a:pt x="171450" y="492919"/>
                    </a:cubicBezTo>
                    <a:cubicBezTo>
                      <a:pt x="171450" y="504755"/>
                      <a:pt x="181045" y="514350"/>
                      <a:pt x="192881" y="514350"/>
                    </a:cubicBezTo>
                    <a:lnTo>
                      <a:pt x="364331" y="514350"/>
                    </a:lnTo>
                    <a:cubicBezTo>
                      <a:pt x="376167" y="514350"/>
                      <a:pt x="385762" y="504755"/>
                      <a:pt x="385762" y="492919"/>
                    </a:cubicBezTo>
                    <a:cubicBezTo>
                      <a:pt x="385762" y="481083"/>
                      <a:pt x="376167" y="471488"/>
                      <a:pt x="364331" y="471488"/>
                    </a:cubicBezTo>
                    <a:lnTo>
                      <a:pt x="300038" y="471488"/>
                    </a:lnTo>
                    <a:lnTo>
                      <a:pt x="300038" y="428625"/>
                    </a:lnTo>
                    <a:lnTo>
                      <a:pt x="492919" y="428625"/>
                    </a:lnTo>
                    <a:cubicBezTo>
                      <a:pt x="528427" y="428625"/>
                      <a:pt x="557212" y="399840"/>
                      <a:pt x="557212" y="364331"/>
                    </a:cubicBezTo>
                    <a:lnTo>
                      <a:pt x="557212" y="64294"/>
                    </a:lnTo>
                    <a:cubicBezTo>
                      <a:pt x="557212" y="28785"/>
                      <a:pt x="528427" y="0"/>
                      <a:pt x="492919" y="0"/>
                    </a:cubicBezTo>
                    <a:close/>
                    <a:moveTo>
                      <a:pt x="64294" y="42862"/>
                    </a:moveTo>
                    <a:lnTo>
                      <a:pt x="492919" y="42862"/>
                    </a:lnTo>
                    <a:cubicBezTo>
                      <a:pt x="504755" y="42862"/>
                      <a:pt x="514350" y="52458"/>
                      <a:pt x="514350" y="64294"/>
                    </a:cubicBezTo>
                    <a:lnTo>
                      <a:pt x="514350" y="278606"/>
                    </a:lnTo>
                    <a:lnTo>
                      <a:pt x="42862" y="278606"/>
                    </a:lnTo>
                    <a:lnTo>
                      <a:pt x="42862" y="64294"/>
                    </a:lnTo>
                    <a:cubicBezTo>
                      <a:pt x="42862" y="52458"/>
                      <a:pt x="52458" y="42862"/>
                      <a:pt x="64294" y="42862"/>
                    </a:cubicBezTo>
                    <a:close/>
                    <a:moveTo>
                      <a:pt x="492919" y="385762"/>
                    </a:moveTo>
                    <a:lnTo>
                      <a:pt x="64294" y="385762"/>
                    </a:lnTo>
                    <a:cubicBezTo>
                      <a:pt x="52458" y="385762"/>
                      <a:pt x="42862" y="376167"/>
                      <a:pt x="42862" y="364331"/>
                    </a:cubicBezTo>
                    <a:lnTo>
                      <a:pt x="42862" y="321469"/>
                    </a:lnTo>
                    <a:lnTo>
                      <a:pt x="514350" y="321469"/>
                    </a:lnTo>
                    <a:lnTo>
                      <a:pt x="514350" y="364331"/>
                    </a:lnTo>
                    <a:cubicBezTo>
                      <a:pt x="514350" y="376167"/>
                      <a:pt x="504755" y="385762"/>
                      <a:pt x="492919" y="385762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507355" y="3364230"/>
              <a:ext cx="133240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Mac Host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57850" y="3790950"/>
              <a:ext cx="9282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UDP 17333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7191375" y="1962150"/>
              <a:ext cx="9525" cy="2514600"/>
            </a:xfrm>
            <a:custGeom>
              <a:avLst/>
              <a:gdLst/>
              <a:ahLst/>
              <a:cxnLst/>
              <a:rect l="l" t="t" r="r" b="b"/>
              <a:pathLst>
                <a:path w="9525" h="2514600">
                  <a:moveTo>
                    <a:pt x="0" y="0"/>
                  </a:moveTo>
                  <a:lnTo>
                    <a:pt x="0" y="2514600"/>
                  </a:lnTo>
                </a:path>
              </a:pathLst>
            </a:custGeom>
            <a:solidFill>
              <a:srgbClr val="19211F"/>
            </a:solidFill>
            <a:ln w="19050">
              <a:solidFill>
                <a:srgbClr val="CBD2CE"/>
              </a:solidFill>
              <a:custDash>
                <a:ds d="300000" sp="300000"/>
              </a:custDash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60970" y="19364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互联网服务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762750" y="29527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solidFill>
              <a:srgbClr val="19211F"/>
            </a:solidFill>
            <a:ln w="28575">
              <a:solidFill>
                <a:srgbClr val="2D7D9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7400925" y="2876550"/>
              <a:ext cx="123825" cy="152400"/>
            </a:xfrm>
            <a:custGeom>
              <a:avLst/>
              <a:gdLst/>
              <a:ahLst/>
              <a:cxnLst/>
              <a:rect l="l" t="t" r="r" b="b"/>
              <a:pathLst>
                <a:path w="123825" h="152400">
                  <a:moveTo>
                    <a:pt x="0" y="0"/>
                  </a:moveTo>
                  <a:lnTo>
                    <a:pt x="123825" y="76200"/>
                  </a:lnTo>
                  <a:lnTo>
                    <a:pt x="0" y="152400"/>
                  </a:lnTo>
                </a:path>
              </a:pathLst>
            </a:custGeom>
            <a:noFill/>
            <a:ln w="28575">
              <a:solidFill>
                <a:srgbClr val="2D7D9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759065" y="2567940"/>
              <a:ext cx="245802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录音 → DashScope ASR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59065" y="3072765"/>
              <a:ext cx="218198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任务与总结 → Codex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59065" y="3577590"/>
              <a:ext cx="293808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总结文本 → DashScope TTS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609600" y="4838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19211F"/>
            </a:solidFill>
            <a:ln w="19050">
              <a:solidFill>
                <a:srgbClr val="CBD2C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86740" y="5063490"/>
              <a:ext cx="458228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省掉的是公网中继，不是所有云端调用。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8645" y="5517832"/>
              <a:ext cx="87990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断外网后，新的识别、任务和合成会受影响。已有缓存需 Host 与局域网仍正常才能播放。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0550" y="5915025"/>
              <a:ext cx="61188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本项目沿用 UDP；WebSocket 也可用于局域网，不是单片机不能用。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817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22 / 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32" name="Group 32"/>
          <p:cNvGrpSpPr/>
          <p:nvPr/>
        </p:nvGrpSpPr>
        <p:grpSpPr>
          <a:xfrm>
            <a:off x="573405" y="392906"/>
            <a:ext cx="10037445" cy="6265069"/>
            <a:chOff x="573405" y="392906"/>
            <a:chExt cx="10037445" cy="6265069"/>
          </a:xfrm>
        </p:grpSpPr>
        <p:sp>
          <p:nvSpPr>
            <p:cNvPr id="3" name="TextBox 3"/>
            <p:cNvSpPr txBox="1"/>
            <p:nvPr/>
          </p:nvSpPr>
          <p:spPr>
            <a:xfrm>
              <a:off x="595312" y="3929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原理 2 / 10 · 配网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3405" y="721042"/>
              <a:ext cx="605813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先保存连接信息，再检查能否通信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8645" y="1269682"/>
              <a:ext cx="65657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本课的 provision-lan 命令走 USB HID，不会失败后自动改走蓝牙。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990600" y="2133600"/>
              <a:ext cx="495300" cy="457200"/>
              <a:chOff x="990600" y="2133600"/>
              <a:chExt cx="4953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009650" y="2152650"/>
                <a:ext cx="4572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247650">
                    <a:moveTo>
                      <a:pt x="457200" y="38100"/>
                    </a:moveTo>
                    <a:lnTo>
                      <a:pt x="457200" y="247650"/>
                    </a:lnTo>
                    <a:lnTo>
                      <a:pt x="0" y="247650"/>
                    </a:ln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419100" y="0"/>
                    </a:lnTo>
                    <a:cubicBezTo>
                      <a:pt x="440142" y="0"/>
                      <a:pt x="457200" y="17058"/>
                      <a:pt x="457200" y="38100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90600" y="2133600"/>
                <a:ext cx="4953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57200">
                    <a:moveTo>
                      <a:pt x="438150" y="0"/>
                    </a:moveTo>
                    <a:lnTo>
                      <a:pt x="57150" y="0"/>
                    </a:lnTo>
                    <a:cubicBezTo>
                      <a:pt x="25587" y="0"/>
                      <a:pt x="0" y="25587"/>
                      <a:pt x="0" y="57150"/>
                    </a:cubicBezTo>
                    <a:lnTo>
                      <a:pt x="0" y="323850"/>
                    </a:lnTo>
                    <a:cubicBezTo>
                      <a:pt x="0" y="355413"/>
                      <a:pt x="25587" y="381000"/>
                      <a:pt x="57150" y="381000"/>
                    </a:cubicBezTo>
                    <a:lnTo>
                      <a:pt x="228600" y="381000"/>
                    </a:lnTo>
                    <a:lnTo>
                      <a:pt x="228600" y="419100"/>
                    </a:lnTo>
                    <a:lnTo>
                      <a:pt x="171450" y="419100"/>
                    </a:lnTo>
                    <a:cubicBezTo>
                      <a:pt x="160929" y="419100"/>
                      <a:pt x="152400" y="427629"/>
                      <a:pt x="152400" y="438150"/>
                    </a:cubicBezTo>
                    <a:cubicBezTo>
                      <a:pt x="152400" y="448671"/>
                      <a:pt x="160929" y="457200"/>
                      <a:pt x="171450" y="457200"/>
                    </a:cubicBezTo>
                    <a:lnTo>
                      <a:pt x="323850" y="457200"/>
                    </a:lnTo>
                    <a:cubicBezTo>
                      <a:pt x="334371" y="457200"/>
                      <a:pt x="342900" y="448671"/>
                      <a:pt x="342900" y="438150"/>
                    </a:cubicBezTo>
                    <a:cubicBezTo>
                      <a:pt x="342900" y="427629"/>
                      <a:pt x="334371" y="419100"/>
                      <a:pt x="323850" y="419100"/>
                    </a:cubicBezTo>
                    <a:lnTo>
                      <a:pt x="266700" y="419100"/>
                    </a:lnTo>
                    <a:lnTo>
                      <a:pt x="266700" y="381000"/>
                    </a:lnTo>
                    <a:lnTo>
                      <a:pt x="438150" y="381000"/>
                    </a:lnTo>
                    <a:cubicBezTo>
                      <a:pt x="469713" y="381000"/>
                      <a:pt x="495300" y="355413"/>
                      <a:pt x="495300" y="323850"/>
                    </a:cubicBezTo>
                    <a:lnTo>
                      <a:pt x="495300" y="57150"/>
                    </a:lnTo>
                    <a:cubicBezTo>
                      <a:pt x="495300" y="25587"/>
                      <a:pt x="469713" y="0"/>
                      <a:pt x="438150" y="0"/>
                    </a:cubicBezTo>
                    <a:close/>
                    <a:moveTo>
                      <a:pt x="57150" y="38100"/>
                    </a:moveTo>
                    <a:lnTo>
                      <a:pt x="438150" y="38100"/>
                    </a:lnTo>
                    <a:cubicBezTo>
                      <a:pt x="448671" y="38100"/>
                      <a:pt x="457200" y="46629"/>
                      <a:pt x="457200" y="57150"/>
                    </a:cubicBezTo>
                    <a:lnTo>
                      <a:pt x="457200" y="247650"/>
                    </a:lnTo>
                    <a:lnTo>
                      <a:pt x="38100" y="247650"/>
                    </a:lnTo>
                    <a:lnTo>
                      <a:pt x="38100" y="57150"/>
                    </a:lnTo>
                    <a:cubicBezTo>
                      <a:pt x="38100" y="46629"/>
                      <a:pt x="46629" y="38100"/>
                      <a:pt x="57150" y="38100"/>
                    </a:cubicBezTo>
                    <a:close/>
                    <a:moveTo>
                      <a:pt x="438150" y="342900"/>
                    </a:moveTo>
                    <a:lnTo>
                      <a:pt x="57150" y="342900"/>
                    </a:lnTo>
                    <a:cubicBezTo>
                      <a:pt x="46629" y="342900"/>
                      <a:pt x="38100" y="334371"/>
                      <a:pt x="38100" y="323850"/>
                    </a:cubicBezTo>
                    <a:lnTo>
                      <a:pt x="38100" y="285750"/>
                    </a:lnTo>
                    <a:lnTo>
                      <a:pt x="457200" y="285750"/>
                    </a:lnTo>
                    <a:lnTo>
                      <a:pt x="457200" y="323850"/>
                    </a:lnTo>
                    <a:cubicBezTo>
                      <a:pt x="457200" y="334371"/>
                      <a:pt x="448671" y="342900"/>
                      <a:pt x="438150" y="342900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802130" y="2135505"/>
              <a:ext cx="186166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Mac 下发配置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07845" y="2574608"/>
              <a:ext cx="444246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SSID、密码、Mac IPv4、UDP 端口、设备密钥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1238250" y="2905125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solidFill>
              <a:srgbClr val="19211F"/>
            </a:solidFill>
            <a:ln w="28575">
              <a:solidFill>
                <a:srgbClr val="CBD2CE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09650" y="3638550"/>
              <a:ext cx="457200" cy="495300"/>
              <a:chOff x="1009650" y="3638550"/>
              <a:chExt cx="457200" cy="4953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28700" y="3657600"/>
                <a:ext cx="4191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228600">
                    <a:moveTo>
                      <a:pt x="419100" y="114300"/>
                    </a:moveTo>
                    <a:cubicBezTo>
                      <a:pt x="419100" y="177427"/>
                      <a:pt x="325279" y="228600"/>
                      <a:pt x="209550" y="228600"/>
                    </a:cubicBezTo>
                    <a:cubicBezTo>
                      <a:pt x="93821" y="228600"/>
                      <a:pt x="0" y="177427"/>
                      <a:pt x="0" y="114300"/>
                    </a:cubicBezTo>
                    <a:cubicBezTo>
                      <a:pt x="0" y="51173"/>
                      <a:pt x="93821" y="0"/>
                      <a:pt x="209550" y="0"/>
                    </a:cubicBezTo>
                    <a:cubicBezTo>
                      <a:pt x="325279" y="0"/>
                      <a:pt x="419100" y="51173"/>
                      <a:pt x="419100" y="114300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09650" y="3638550"/>
                <a:ext cx="4572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95300">
                    <a:moveTo>
                      <a:pt x="228600" y="0"/>
                    </a:moveTo>
                    <a:cubicBezTo>
                      <a:pt x="100417" y="0"/>
                      <a:pt x="0" y="58579"/>
                      <a:pt x="0" y="133350"/>
                    </a:cubicBezTo>
                    <a:lnTo>
                      <a:pt x="0" y="361950"/>
                    </a:lnTo>
                    <a:cubicBezTo>
                      <a:pt x="0" y="436721"/>
                      <a:pt x="100417" y="495300"/>
                      <a:pt x="228600" y="495300"/>
                    </a:cubicBezTo>
                    <a:cubicBezTo>
                      <a:pt x="356783" y="495300"/>
                      <a:pt x="457200" y="436721"/>
                      <a:pt x="457200" y="361950"/>
                    </a:cubicBezTo>
                    <a:lnTo>
                      <a:pt x="457200" y="133350"/>
                    </a:lnTo>
                    <a:cubicBezTo>
                      <a:pt x="457200" y="58579"/>
                      <a:pt x="356783" y="0"/>
                      <a:pt x="228600" y="0"/>
                    </a:cubicBezTo>
                    <a:close/>
                    <a:moveTo>
                      <a:pt x="419100" y="247650"/>
                    </a:moveTo>
                    <a:cubicBezTo>
                      <a:pt x="419100" y="270558"/>
                      <a:pt x="400336" y="293918"/>
                      <a:pt x="367641" y="311753"/>
                    </a:cubicBezTo>
                    <a:cubicBezTo>
                      <a:pt x="330827" y="331827"/>
                      <a:pt x="281440" y="342900"/>
                      <a:pt x="228600" y="342900"/>
                    </a:cubicBezTo>
                    <a:cubicBezTo>
                      <a:pt x="175760" y="342900"/>
                      <a:pt x="126373" y="331827"/>
                      <a:pt x="89559" y="311753"/>
                    </a:cubicBezTo>
                    <a:cubicBezTo>
                      <a:pt x="56864" y="293918"/>
                      <a:pt x="38100" y="270558"/>
                      <a:pt x="38100" y="247650"/>
                    </a:cubicBezTo>
                    <a:lnTo>
                      <a:pt x="38100" y="208026"/>
                    </a:lnTo>
                    <a:cubicBezTo>
                      <a:pt x="78724" y="243745"/>
                      <a:pt x="148185" y="266700"/>
                      <a:pt x="228600" y="266700"/>
                    </a:cubicBezTo>
                    <a:cubicBezTo>
                      <a:pt x="309015" y="266700"/>
                      <a:pt x="378476" y="243649"/>
                      <a:pt x="419100" y="208026"/>
                    </a:cubicBezTo>
                    <a:close/>
                    <a:moveTo>
                      <a:pt x="89559" y="69247"/>
                    </a:moveTo>
                    <a:cubicBezTo>
                      <a:pt x="126373" y="49173"/>
                      <a:pt x="175760" y="38100"/>
                      <a:pt x="228600" y="38100"/>
                    </a:cubicBezTo>
                    <a:cubicBezTo>
                      <a:pt x="281440" y="38100"/>
                      <a:pt x="330827" y="49173"/>
                      <a:pt x="367641" y="69247"/>
                    </a:cubicBezTo>
                    <a:cubicBezTo>
                      <a:pt x="400336" y="87082"/>
                      <a:pt x="419100" y="110442"/>
                      <a:pt x="419100" y="133350"/>
                    </a:cubicBezTo>
                    <a:cubicBezTo>
                      <a:pt x="419100" y="156258"/>
                      <a:pt x="400336" y="179618"/>
                      <a:pt x="367641" y="197453"/>
                    </a:cubicBezTo>
                    <a:cubicBezTo>
                      <a:pt x="330827" y="217527"/>
                      <a:pt x="281440" y="228600"/>
                      <a:pt x="228600" y="228600"/>
                    </a:cubicBezTo>
                    <a:cubicBezTo>
                      <a:pt x="175760" y="228600"/>
                      <a:pt x="126373" y="217527"/>
                      <a:pt x="89559" y="197453"/>
                    </a:cubicBezTo>
                    <a:cubicBezTo>
                      <a:pt x="56864" y="179618"/>
                      <a:pt x="38100" y="156258"/>
                      <a:pt x="38100" y="133350"/>
                    </a:cubicBezTo>
                    <a:cubicBezTo>
                      <a:pt x="38100" y="110442"/>
                      <a:pt x="56864" y="87082"/>
                      <a:pt x="89559" y="69247"/>
                    </a:cubicBezTo>
                    <a:close/>
                    <a:moveTo>
                      <a:pt x="367641" y="426053"/>
                    </a:moveTo>
                    <a:cubicBezTo>
                      <a:pt x="330827" y="446127"/>
                      <a:pt x="281440" y="457200"/>
                      <a:pt x="228600" y="457200"/>
                    </a:cubicBezTo>
                    <a:cubicBezTo>
                      <a:pt x="175760" y="457200"/>
                      <a:pt x="126373" y="446127"/>
                      <a:pt x="89559" y="426053"/>
                    </a:cubicBezTo>
                    <a:cubicBezTo>
                      <a:pt x="56864" y="408218"/>
                      <a:pt x="38100" y="384858"/>
                      <a:pt x="38100" y="361950"/>
                    </a:cubicBezTo>
                    <a:lnTo>
                      <a:pt x="38100" y="322326"/>
                    </a:lnTo>
                    <a:cubicBezTo>
                      <a:pt x="78724" y="358045"/>
                      <a:pt x="148185" y="381000"/>
                      <a:pt x="228600" y="381000"/>
                    </a:cubicBezTo>
                    <a:cubicBezTo>
                      <a:pt x="309015" y="381000"/>
                      <a:pt x="378476" y="357949"/>
                      <a:pt x="419100" y="322326"/>
                    </a:cubicBezTo>
                    <a:lnTo>
                      <a:pt x="419100" y="361950"/>
                    </a:lnTo>
                    <a:cubicBezTo>
                      <a:pt x="419100" y="384858"/>
                      <a:pt x="400336" y="408218"/>
                      <a:pt x="367641" y="426053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802130" y="3669030"/>
              <a:ext cx="209689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键盘保存到 NVS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07845" y="4108132"/>
              <a:ext cx="44094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收到精确保存确认，命令才报告 provisioned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238250" y="4467225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solidFill>
              <a:srgbClr val="19211F"/>
            </a:solidFill>
            <a:ln w="28575">
              <a:solidFill>
                <a:srgbClr val="CBD2CE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951551" y="5209791"/>
              <a:ext cx="573371" cy="467166"/>
              <a:chOff x="951551" y="5209791"/>
              <a:chExt cx="573371" cy="46716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971083" y="5209791"/>
                <a:ext cx="534334" cy="448068"/>
              </a:xfrm>
              <a:custGeom>
                <a:avLst/>
                <a:gdLst/>
                <a:ahLst/>
                <a:cxnLst/>
                <a:rect l="l" t="t" r="r" b="b"/>
                <a:pathLst>
                  <a:path w="534334" h="448068">
                    <a:moveTo>
                      <a:pt x="529581" y="142521"/>
                    </a:moveTo>
                    <a:lnTo>
                      <a:pt x="281931" y="441201"/>
                    </a:lnTo>
                    <a:cubicBezTo>
                      <a:pt x="278311" y="445552"/>
                      <a:pt x="272945" y="448068"/>
                      <a:pt x="267286" y="448068"/>
                    </a:cubicBezTo>
                    <a:cubicBezTo>
                      <a:pt x="261627" y="448068"/>
                      <a:pt x="256260" y="445552"/>
                      <a:pt x="252641" y="441201"/>
                    </a:cubicBezTo>
                    <a:lnTo>
                      <a:pt x="4753" y="142521"/>
                    </a:lnTo>
                    <a:cubicBezTo>
                      <a:pt x="1505" y="138616"/>
                      <a:pt x="0" y="133550"/>
                      <a:pt x="590" y="128505"/>
                    </a:cubicBezTo>
                    <a:cubicBezTo>
                      <a:pt x="1179" y="123461"/>
                      <a:pt x="3811" y="118878"/>
                      <a:pt x="7872" y="115827"/>
                    </a:cubicBezTo>
                    <a:cubicBezTo>
                      <a:pt x="161333" y="0"/>
                      <a:pt x="373001" y="0"/>
                      <a:pt x="526461" y="115827"/>
                    </a:cubicBezTo>
                    <a:cubicBezTo>
                      <a:pt x="530522" y="118878"/>
                      <a:pt x="533154" y="123461"/>
                      <a:pt x="533744" y="128505"/>
                    </a:cubicBezTo>
                    <a:cubicBezTo>
                      <a:pt x="534334" y="133550"/>
                      <a:pt x="532829" y="138616"/>
                      <a:pt x="529581" y="142521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51551" y="5219332"/>
                <a:ext cx="573371" cy="457625"/>
              </a:xfrm>
              <a:custGeom>
                <a:avLst/>
                <a:gdLst/>
                <a:ahLst/>
                <a:cxnLst/>
                <a:rect l="l" t="t" r="r" b="b"/>
                <a:pathLst>
                  <a:path w="573371" h="457625">
                    <a:moveTo>
                      <a:pt x="572187" y="116835"/>
                    </a:moveTo>
                    <a:cubicBezTo>
                      <a:pt x="570983" y="106617"/>
                      <a:pt x="565680" y="97326"/>
                      <a:pt x="557494" y="91093"/>
                    </a:cubicBezTo>
                    <a:cubicBezTo>
                      <a:pt x="479666" y="31888"/>
                      <a:pt x="384486" y="0"/>
                      <a:pt x="286699" y="368"/>
                    </a:cubicBezTo>
                    <a:cubicBezTo>
                      <a:pt x="188911" y="0"/>
                      <a:pt x="93731" y="31888"/>
                      <a:pt x="15903" y="91093"/>
                    </a:cubicBezTo>
                    <a:cubicBezTo>
                      <a:pt x="7717" y="97326"/>
                      <a:pt x="2414" y="106617"/>
                      <a:pt x="1210" y="116835"/>
                    </a:cubicBezTo>
                    <a:cubicBezTo>
                      <a:pt x="0" y="127031"/>
                      <a:pt x="3050" y="137274"/>
                      <a:pt x="9640" y="145148"/>
                    </a:cubicBezTo>
                    <a:lnTo>
                      <a:pt x="257290" y="443828"/>
                    </a:lnTo>
                    <a:cubicBezTo>
                      <a:pt x="264539" y="452583"/>
                      <a:pt x="275332" y="457625"/>
                      <a:pt x="286699" y="457568"/>
                    </a:cubicBezTo>
                    <a:lnTo>
                      <a:pt x="286699" y="457568"/>
                    </a:lnTo>
                    <a:cubicBezTo>
                      <a:pt x="298031" y="457597"/>
                      <a:pt x="308784" y="452557"/>
                      <a:pt x="316012" y="443828"/>
                    </a:cubicBezTo>
                    <a:lnTo>
                      <a:pt x="563662" y="145148"/>
                    </a:lnTo>
                    <a:cubicBezTo>
                      <a:pt x="570286" y="137289"/>
                      <a:pt x="573371" y="127044"/>
                      <a:pt x="572187" y="116835"/>
                    </a:cubicBezTo>
                    <a:close/>
                    <a:moveTo>
                      <a:pt x="286699" y="419468"/>
                    </a:moveTo>
                    <a:lnTo>
                      <a:pt x="39263" y="121192"/>
                    </a:lnTo>
                    <a:cubicBezTo>
                      <a:pt x="110416" y="67188"/>
                      <a:pt x="197372" y="38116"/>
                      <a:pt x="286699" y="38468"/>
                    </a:cubicBezTo>
                    <a:cubicBezTo>
                      <a:pt x="376025" y="38116"/>
                      <a:pt x="462981" y="67188"/>
                      <a:pt x="534134" y="121192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802130" y="5240655"/>
              <a:ext cx="211159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验证局域网链路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07845" y="5679758"/>
              <a:ext cx="444246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检查心跳、任务状态变化，再做一次语音输入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7543800" y="2009775"/>
              <a:ext cx="9525" cy="3876675"/>
            </a:xfrm>
            <a:custGeom>
              <a:avLst/>
              <a:gdLst/>
              <a:ahLst/>
              <a:cxnLst/>
              <a:rect l="l" t="t" r="r" b="b"/>
              <a:pathLst>
                <a:path w="9525" h="3876675">
                  <a:moveTo>
                    <a:pt x="0" y="0"/>
                  </a:moveTo>
                  <a:lnTo>
                    <a:pt x="0" y="3876675"/>
                  </a:lnTo>
                </a:path>
              </a:pathLst>
            </a:custGeom>
            <a:solidFill>
              <a:srgbClr val="19211F"/>
            </a:solidFill>
            <a:ln w="19050">
              <a:solidFill>
                <a:srgbClr val="CBD2CE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968615" y="2148840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三件要留意的事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70520" y="2803208"/>
              <a:ext cx="20221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密码从标准输入读取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72425" y="3171825"/>
              <a:ext cx="26384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不写入命令参数、截图或日志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70520" y="3841432"/>
              <a:ext cx="183513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Mac 地址可能变化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72425" y="4210050"/>
              <a:ext cx="2438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更换网络后核对保存的端点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70520" y="4879658"/>
              <a:ext cx="20221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保存成功不等于连通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72425" y="5248275"/>
              <a:ext cx="25184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AP 隔离和防火墙仍可能阻断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817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23 / 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45" name="Group 45"/>
          <p:cNvGrpSpPr/>
          <p:nvPr/>
        </p:nvGrpSpPr>
        <p:grpSpPr>
          <a:xfrm>
            <a:off x="573405" y="392906"/>
            <a:ext cx="10229850" cy="6265069"/>
            <a:chOff x="573405" y="392906"/>
            <a:chExt cx="10229850" cy="6265069"/>
          </a:xfrm>
        </p:grpSpPr>
        <p:sp>
          <p:nvSpPr>
            <p:cNvPr id="3" name="TextBox 3"/>
            <p:cNvSpPr txBox="1"/>
            <p:nvPr/>
          </p:nvSpPr>
          <p:spPr>
            <a:xfrm>
              <a:off x="595312" y="392906"/>
              <a:ext cx="17912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原理 3 / 10 · Flash 与 NVS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3405" y="721042"/>
              <a:ext cx="406288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刷哪一段，保留哪一段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8645" y="1260158"/>
              <a:ext cx="636770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以本版 partitions.csv 为准。NVS 在应用之前，不在应用后面。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2950" y="1905000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起始地址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838450" y="1905000"/>
              <a:ext cx="438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内容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343650" y="1905000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本次三段烧录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609600" y="2238375"/>
              <a:ext cx="7105650" cy="3467100"/>
            </a:xfrm>
            <a:custGeom>
              <a:avLst/>
              <a:gdLst/>
              <a:ahLst/>
              <a:cxnLst/>
              <a:rect l="l" t="t" r="r" b="b"/>
              <a:pathLst>
                <a:path w="7105650" h="3467100">
                  <a:moveTo>
                    <a:pt x="0" y="0"/>
                  </a:moveTo>
                  <a:lnTo>
                    <a:pt x="7105650" y="0"/>
                  </a:lnTo>
                  <a:moveTo>
                    <a:pt x="0" y="495300"/>
                  </a:moveTo>
                  <a:lnTo>
                    <a:pt x="7105650" y="495300"/>
                  </a:lnTo>
                  <a:moveTo>
                    <a:pt x="0" y="990600"/>
                  </a:moveTo>
                  <a:lnTo>
                    <a:pt x="7105650" y="990600"/>
                  </a:lnTo>
                  <a:moveTo>
                    <a:pt x="0" y="1485900"/>
                  </a:moveTo>
                  <a:lnTo>
                    <a:pt x="7105650" y="1485900"/>
                  </a:lnTo>
                  <a:moveTo>
                    <a:pt x="0" y="1981200"/>
                  </a:moveTo>
                  <a:lnTo>
                    <a:pt x="7105650" y="1981200"/>
                  </a:lnTo>
                  <a:moveTo>
                    <a:pt x="0" y="2476500"/>
                  </a:moveTo>
                  <a:lnTo>
                    <a:pt x="7105650" y="2476500"/>
                  </a:lnTo>
                  <a:moveTo>
                    <a:pt x="0" y="2971800"/>
                  </a:moveTo>
                  <a:lnTo>
                    <a:pt x="7105650" y="2971800"/>
                  </a:lnTo>
                  <a:moveTo>
                    <a:pt x="0" y="3467100"/>
                  </a:moveTo>
                  <a:lnTo>
                    <a:pt x="7105650" y="3467100"/>
                  </a:lnTo>
                </a:path>
              </a:pathLst>
            </a:custGeom>
            <a:solidFill>
              <a:srgbClr val="19211F"/>
            </a:solidFill>
            <a:ln w="9525">
              <a:solidFill>
                <a:srgbClr val="CBD2CE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41045" y="2384108"/>
              <a:ext cx="1010031" cy="3307080"/>
              <a:chOff x="741045" y="2384108"/>
              <a:chExt cx="1010031" cy="3307080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741045" y="2384108"/>
                <a:ext cx="76800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9211F"/>
                    </a:solidFill>
                    <a:latin typeface="Consolas"/>
                    <a:ea typeface="Microsoft YaHei"/>
                    <a:cs typeface="Consolas"/>
                  </a:rPr>
                  <a:t>0x0000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41045" y="2879408"/>
                <a:ext cx="76800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9211F"/>
                    </a:solidFill>
                    <a:latin typeface="Consolas"/>
                    <a:ea typeface="Microsoft YaHei"/>
                    <a:cs typeface="Consolas"/>
                  </a:rPr>
                  <a:t>0x8000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41045" y="3374708"/>
                <a:ext cx="76800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9211F"/>
                    </a:solidFill>
                    <a:latin typeface="Consolas"/>
                    <a:ea typeface="Microsoft YaHei"/>
                    <a:cs typeface="Consolas"/>
                  </a:rPr>
                  <a:t>0x9000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41045" y="3870008"/>
                <a:ext cx="76800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9211F"/>
                    </a:solidFill>
                    <a:latin typeface="Consolas"/>
                    <a:ea typeface="Microsoft YaHei"/>
                    <a:cs typeface="Consolas"/>
                  </a:rPr>
                  <a:t>0xF000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41045" y="4365308"/>
                <a:ext cx="83400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9211F"/>
                    </a:solidFill>
                    <a:latin typeface="Consolas"/>
                    <a:ea typeface="Microsoft YaHei"/>
                    <a:cs typeface="Consolas"/>
                  </a:rPr>
                  <a:t>0x10000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41045" y="4860608"/>
                <a:ext cx="95502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9211F"/>
                    </a:solidFill>
                    <a:latin typeface="Consolas"/>
                    <a:ea typeface="Microsoft YaHei"/>
                    <a:cs typeface="Consolas"/>
                  </a:rPr>
                  <a:t>0x310000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41045" y="5355908"/>
                <a:ext cx="101003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9211F"/>
                    </a:solidFill>
                    <a:latin typeface="Consolas"/>
                    <a:ea typeface="Microsoft YaHei"/>
                    <a:cs typeface="Consolas"/>
                  </a:rPr>
                  <a:t>0x3A0000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2836545" y="2384108"/>
              <a:ext cx="4225290" cy="3307080"/>
              <a:chOff x="2836545" y="2384108"/>
              <a:chExt cx="4225290" cy="3307080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2836545" y="2384108"/>
                <a:ext cx="170311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bootloader 引导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836545" y="2879408"/>
                <a:ext cx="70199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分区表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836545" y="3374708"/>
                <a:ext cx="91101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NVS 配置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836545" y="3870008"/>
                <a:ext cx="91101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PHY 数据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836545" y="4365308"/>
                <a:ext cx="183513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应用程序（3 MB）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836545" y="4860608"/>
                <a:ext cx="161510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sound_a 音效区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836545" y="5355908"/>
                <a:ext cx="161510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sound_b 音效区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579870" y="2384108"/>
                <a:ext cx="48196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2D7D9A"/>
                    </a:solidFill>
                    <a:latin typeface="Arial"/>
                    <a:ea typeface="Microsoft YaHei"/>
                    <a:cs typeface="Arial"/>
                  </a:rPr>
                  <a:t>写入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579870" y="2879408"/>
                <a:ext cx="48196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2D7D9A"/>
                    </a:solidFill>
                    <a:latin typeface="Arial"/>
                    <a:ea typeface="Microsoft YaHei"/>
                    <a:cs typeface="Arial"/>
                  </a:rPr>
                  <a:t>写入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579870" y="3374708"/>
                <a:ext cx="48196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E9668"/>
                    </a:solidFill>
                    <a:latin typeface="Arial"/>
                    <a:ea typeface="Microsoft YaHei"/>
                    <a:cs typeface="Arial"/>
                  </a:rPr>
                  <a:t>保留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579870" y="3870008"/>
                <a:ext cx="48196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E9668"/>
                    </a:solidFill>
                    <a:latin typeface="Arial"/>
                    <a:ea typeface="Microsoft YaHei"/>
                    <a:cs typeface="Arial"/>
                  </a:rPr>
                  <a:t>保留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579870" y="4365308"/>
                <a:ext cx="48196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2D7D9A"/>
                    </a:solidFill>
                    <a:latin typeface="Arial"/>
                    <a:ea typeface="Microsoft YaHei"/>
                    <a:cs typeface="Arial"/>
                  </a:rPr>
                  <a:t>写入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579870" y="4860608"/>
                <a:ext cx="48196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E9668"/>
                    </a:solidFill>
                    <a:latin typeface="Arial"/>
                    <a:ea typeface="Microsoft YaHei"/>
                    <a:cs typeface="Arial"/>
                  </a:rPr>
                  <a:t>保留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579870" y="5355908"/>
                <a:ext cx="48196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E9668"/>
                    </a:solidFill>
                    <a:latin typeface="Arial"/>
                    <a:ea typeface="Microsoft YaHei"/>
                    <a:cs typeface="Arial"/>
                  </a:rPr>
                  <a:t>保留</a:t>
                </a:r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8096250" y="1924050"/>
              <a:ext cx="9525" cy="3771900"/>
            </a:xfrm>
            <a:custGeom>
              <a:avLst/>
              <a:gdLst/>
              <a:ahLst/>
              <a:cxnLst/>
              <a:rect l="l" t="t" r="r" b="b"/>
              <a:pathLst>
                <a:path w="9525" h="3771900">
                  <a:moveTo>
                    <a:pt x="0" y="0"/>
                  </a:moveTo>
                  <a:lnTo>
                    <a:pt x="0" y="3771900"/>
                  </a:lnTo>
                </a:path>
              </a:pathLst>
            </a:custGeom>
            <a:solidFill>
              <a:srgbClr val="19211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705850" y="2095500"/>
              <a:ext cx="457200" cy="419100"/>
              <a:chOff x="8705850" y="2095500"/>
              <a:chExt cx="457200" cy="4191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724900" y="2114550"/>
                <a:ext cx="4191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381000">
                    <a:moveTo>
                      <a:pt x="419100" y="247650"/>
                    </a:moveTo>
                    <a:lnTo>
                      <a:pt x="419100" y="361950"/>
                    </a:lnTo>
                    <a:cubicBezTo>
                      <a:pt x="419100" y="372471"/>
                      <a:pt x="410571" y="381000"/>
                      <a:pt x="400050" y="381000"/>
                    </a:cubicBezTo>
                    <a:lnTo>
                      <a:pt x="19050" y="381000"/>
                    </a:lnTo>
                    <a:cubicBezTo>
                      <a:pt x="8529" y="381000"/>
                      <a:pt x="0" y="372471"/>
                      <a:pt x="0" y="361950"/>
                    </a:cubicBezTo>
                    <a:lnTo>
                      <a:pt x="0" y="247650"/>
                    </a:lnTo>
                    <a:cubicBezTo>
                      <a:pt x="0" y="237129"/>
                      <a:pt x="8529" y="228600"/>
                      <a:pt x="19050" y="228600"/>
                    </a:cubicBezTo>
                    <a:lnTo>
                      <a:pt x="400050" y="228600"/>
                    </a:lnTo>
                    <a:cubicBezTo>
                      <a:pt x="410571" y="228600"/>
                      <a:pt x="419100" y="237129"/>
                      <a:pt x="419100" y="247650"/>
                    </a:cubicBezTo>
                    <a:close/>
                    <a:moveTo>
                      <a:pt x="400050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133350"/>
                    </a:lnTo>
                    <a:cubicBezTo>
                      <a:pt x="0" y="143871"/>
                      <a:pt x="8529" y="152400"/>
                      <a:pt x="19050" y="152400"/>
                    </a:cubicBezTo>
                    <a:lnTo>
                      <a:pt x="400050" y="152400"/>
                    </a:lnTo>
                    <a:cubicBezTo>
                      <a:pt x="410571" y="152400"/>
                      <a:pt x="419100" y="143871"/>
                      <a:pt x="419100" y="133350"/>
                    </a:cubicBezTo>
                    <a:lnTo>
                      <a:pt x="419100" y="19050"/>
                    </a:lnTo>
                    <a:cubicBezTo>
                      <a:pt x="419100" y="8529"/>
                      <a:pt x="410571" y="0"/>
                      <a:pt x="400050" y="0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05850" y="2095500"/>
                <a:ext cx="4572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19100">
                    <a:moveTo>
                      <a:pt x="419100" y="228600"/>
                    </a:moveTo>
                    <a:lnTo>
                      <a:pt x="38100" y="228600"/>
                    </a:lnTo>
                    <a:cubicBezTo>
                      <a:pt x="17058" y="228600"/>
                      <a:pt x="0" y="245658"/>
                      <a:pt x="0" y="266700"/>
                    </a:cubicBezTo>
                    <a:lnTo>
                      <a:pt x="0" y="381000"/>
                    </a:lnTo>
                    <a:cubicBezTo>
                      <a:pt x="0" y="402042"/>
                      <a:pt x="17058" y="419100"/>
                      <a:pt x="38100" y="419100"/>
                    </a:cubicBezTo>
                    <a:lnTo>
                      <a:pt x="419100" y="419100"/>
                    </a:lnTo>
                    <a:cubicBezTo>
                      <a:pt x="440142" y="419100"/>
                      <a:pt x="457200" y="402042"/>
                      <a:pt x="457200" y="381000"/>
                    </a:cubicBezTo>
                    <a:lnTo>
                      <a:pt x="457200" y="266700"/>
                    </a:lnTo>
                    <a:cubicBezTo>
                      <a:pt x="457200" y="245658"/>
                      <a:pt x="440142" y="228600"/>
                      <a:pt x="419100" y="228600"/>
                    </a:cubicBezTo>
                    <a:close/>
                    <a:moveTo>
                      <a:pt x="419100" y="381000"/>
                    </a:moveTo>
                    <a:lnTo>
                      <a:pt x="38100" y="381000"/>
                    </a:lnTo>
                    <a:lnTo>
                      <a:pt x="38100" y="266700"/>
                    </a:lnTo>
                    <a:lnTo>
                      <a:pt x="419100" y="266700"/>
                    </a:lnTo>
                    <a:lnTo>
                      <a:pt x="419100" y="381000"/>
                    </a:lnTo>
                    <a:close/>
                    <a:moveTo>
                      <a:pt x="419100" y="0"/>
                    </a:moveTo>
                    <a:lnTo>
                      <a:pt x="38100" y="0"/>
                    </a:lnTo>
                    <a:cubicBezTo>
                      <a:pt x="17058" y="0"/>
                      <a:pt x="0" y="17058"/>
                      <a:pt x="0" y="38100"/>
                    </a:cubicBezTo>
                    <a:lnTo>
                      <a:pt x="0" y="152400"/>
                    </a:lnTo>
                    <a:cubicBezTo>
                      <a:pt x="0" y="173442"/>
                      <a:pt x="17058" y="190500"/>
                      <a:pt x="38100" y="190500"/>
                    </a:cubicBezTo>
                    <a:lnTo>
                      <a:pt x="419100" y="190500"/>
                    </a:lnTo>
                    <a:cubicBezTo>
                      <a:pt x="440142" y="190500"/>
                      <a:pt x="457200" y="173442"/>
                      <a:pt x="457200" y="152400"/>
                    </a:cubicBezTo>
                    <a:lnTo>
                      <a:pt x="457200" y="38100"/>
                    </a:lnTo>
                    <a:cubicBezTo>
                      <a:pt x="457200" y="17058"/>
                      <a:pt x="440142" y="0"/>
                      <a:pt x="419100" y="0"/>
                    </a:cubicBezTo>
                    <a:close/>
                    <a:moveTo>
                      <a:pt x="419100" y="152400"/>
                    </a:moveTo>
                    <a:lnTo>
                      <a:pt x="38100" y="152400"/>
                    </a:lnTo>
                    <a:lnTo>
                      <a:pt x="38100" y="38100"/>
                    </a:lnTo>
                    <a:lnTo>
                      <a:pt x="419100" y="38100"/>
                    </a:lnTo>
                    <a:lnTo>
                      <a:pt x="419100" y="152400"/>
                    </a:lnTo>
                    <a:close/>
                    <a:moveTo>
                      <a:pt x="381000" y="95250"/>
                    </a:moveTo>
                    <a:cubicBezTo>
                      <a:pt x="381000" y="111032"/>
                      <a:pt x="368207" y="123825"/>
                      <a:pt x="352425" y="123825"/>
                    </a:cubicBezTo>
                    <a:cubicBezTo>
                      <a:pt x="336643" y="123825"/>
                      <a:pt x="323850" y="111032"/>
                      <a:pt x="323850" y="95250"/>
                    </a:cubicBezTo>
                    <a:cubicBezTo>
                      <a:pt x="323850" y="79468"/>
                      <a:pt x="336643" y="66675"/>
                      <a:pt x="352425" y="66675"/>
                    </a:cubicBezTo>
                    <a:cubicBezTo>
                      <a:pt x="368207" y="66675"/>
                      <a:pt x="381000" y="79468"/>
                      <a:pt x="381000" y="95250"/>
                    </a:cubicBezTo>
                    <a:close/>
                    <a:moveTo>
                      <a:pt x="381000" y="323850"/>
                    </a:moveTo>
                    <a:cubicBezTo>
                      <a:pt x="381000" y="339632"/>
                      <a:pt x="368207" y="352425"/>
                      <a:pt x="352425" y="352425"/>
                    </a:cubicBezTo>
                    <a:cubicBezTo>
                      <a:pt x="336643" y="352425"/>
                      <a:pt x="323850" y="339632"/>
                      <a:pt x="323850" y="323850"/>
                    </a:cubicBezTo>
                    <a:cubicBezTo>
                      <a:pt x="323850" y="308068"/>
                      <a:pt x="336643" y="295275"/>
                      <a:pt x="352425" y="295275"/>
                    </a:cubicBezTo>
                    <a:cubicBezTo>
                      <a:pt x="368207" y="295275"/>
                      <a:pt x="381000" y="308068"/>
                      <a:pt x="381000" y="323850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559165" y="2863215"/>
              <a:ext cx="17973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NVS 里保存什么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61070" y="3269932"/>
              <a:ext cx="193414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Wi-Fi、Mac 端点、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61070" y="3593782"/>
              <a:ext cx="224218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设备密钥、音量档位。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59165" y="4320540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音量播报在哪里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61070" y="4727258"/>
              <a:ext cx="224218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十条提示音嵌入应用，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61070" y="5051108"/>
              <a:ext cx="18021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不在独立音效区。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0550" y="6000750"/>
              <a:ext cx="66389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不执行整片擦除。更换分区布局时，必须重新评估配置和音效的保留方式。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98170" y="6475095"/>
              <a:ext cx="22431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24 / 47 · 按地址顺序示意，非容量比例图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39" name="Group 39"/>
          <p:cNvGrpSpPr/>
          <p:nvPr/>
        </p:nvGrpSpPr>
        <p:grpSpPr>
          <a:xfrm>
            <a:off x="573405" y="392906"/>
            <a:ext cx="11008995" cy="6265069"/>
            <a:chOff x="573405" y="392906"/>
            <a:chExt cx="11008995" cy="6265069"/>
          </a:xfrm>
        </p:grpSpPr>
        <p:sp>
          <p:nvSpPr>
            <p:cNvPr id="3" name="TextBox 3"/>
            <p:cNvSpPr txBox="1"/>
            <p:nvPr/>
          </p:nvSpPr>
          <p:spPr>
            <a:xfrm>
              <a:off x="595312" y="39290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原理 4 / 10 · 数字音频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3405" y="721042"/>
              <a:ext cx="526003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录音和播报，用两套音频参数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8645" y="1269682"/>
              <a:ext cx="554259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PCM16 是采样数据。采样率、位深和声道数要一起核对。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82930" y="2049780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上行：你说话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8645" y="2498408"/>
              <a:ext cx="24182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16 kHz · 单声道 · PCM16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4286250" y="2095500"/>
              <a:ext cx="381000" cy="533400"/>
              <a:chOff x="4286250" y="2095500"/>
              <a:chExt cx="381000" cy="5334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4381500" y="2114550"/>
                <a:ext cx="1905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342900">
                    <a:moveTo>
                      <a:pt x="190500" y="95250"/>
                    </a:moveTo>
                    <a:lnTo>
                      <a:pt x="190500" y="247650"/>
                    </a:lnTo>
                    <a:cubicBezTo>
                      <a:pt x="190500" y="300255"/>
                      <a:pt x="147855" y="342900"/>
                      <a:pt x="95250" y="342900"/>
                    </a:cubicBezTo>
                    <a:lnTo>
                      <a:pt x="95250" y="342900"/>
                    </a:lnTo>
                    <a:cubicBezTo>
                      <a:pt x="42645" y="342900"/>
                      <a:pt x="0" y="300255"/>
                      <a:pt x="0" y="2476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lnTo>
                      <a:pt x="95250" y="0"/>
                    </a:lnTo>
                    <a:cubicBezTo>
                      <a:pt x="147855" y="0"/>
                      <a:pt x="190500" y="42645"/>
                      <a:pt x="190500" y="95250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4286250" y="2095500"/>
                <a:ext cx="3810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533400">
                    <a:moveTo>
                      <a:pt x="190500" y="381000"/>
                    </a:moveTo>
                    <a:cubicBezTo>
                      <a:pt x="253599" y="380934"/>
                      <a:pt x="304734" y="329799"/>
                      <a:pt x="304800" y="266700"/>
                    </a:cubicBezTo>
                    <a:lnTo>
                      <a:pt x="304800" y="114300"/>
                    </a:lnTo>
                    <a:cubicBezTo>
                      <a:pt x="304800" y="51174"/>
                      <a:pt x="253626" y="0"/>
                      <a:pt x="190500" y="0"/>
                    </a:cubicBezTo>
                    <a:cubicBezTo>
                      <a:pt x="127374" y="0"/>
                      <a:pt x="76200" y="51174"/>
                      <a:pt x="76200" y="114300"/>
                    </a:cubicBezTo>
                    <a:lnTo>
                      <a:pt x="76200" y="266700"/>
                    </a:lnTo>
                    <a:cubicBezTo>
                      <a:pt x="76266" y="329799"/>
                      <a:pt x="127401" y="380934"/>
                      <a:pt x="190500" y="381000"/>
                    </a:cubicBezTo>
                    <a:close/>
                    <a:moveTo>
                      <a:pt x="114300" y="114300"/>
                    </a:moveTo>
                    <a:cubicBezTo>
                      <a:pt x="114300" y="72216"/>
                      <a:pt x="148416" y="38100"/>
                      <a:pt x="190500" y="38100"/>
                    </a:cubicBezTo>
                    <a:cubicBezTo>
                      <a:pt x="232584" y="38100"/>
                      <a:pt x="266700" y="72216"/>
                      <a:pt x="266700" y="114300"/>
                    </a:cubicBezTo>
                    <a:lnTo>
                      <a:pt x="266700" y="266700"/>
                    </a:lnTo>
                    <a:cubicBezTo>
                      <a:pt x="266700" y="308784"/>
                      <a:pt x="232584" y="342900"/>
                      <a:pt x="190500" y="342900"/>
                    </a:cubicBezTo>
                    <a:cubicBezTo>
                      <a:pt x="148416" y="342900"/>
                      <a:pt x="114300" y="308784"/>
                      <a:pt x="114300" y="266700"/>
                    </a:cubicBezTo>
                    <a:close/>
                    <a:moveTo>
                      <a:pt x="209550" y="456247"/>
                    </a:moveTo>
                    <a:lnTo>
                      <a:pt x="209550" y="514350"/>
                    </a:lnTo>
                    <a:cubicBezTo>
                      <a:pt x="209550" y="524871"/>
                      <a:pt x="201021" y="533400"/>
                      <a:pt x="190500" y="533400"/>
                    </a:cubicBezTo>
                    <a:cubicBezTo>
                      <a:pt x="179979" y="533400"/>
                      <a:pt x="171450" y="524871"/>
                      <a:pt x="171450" y="514350"/>
                    </a:cubicBezTo>
                    <a:lnTo>
                      <a:pt x="171450" y="456247"/>
                    </a:lnTo>
                    <a:cubicBezTo>
                      <a:pt x="74165" y="446348"/>
                      <a:pt x="120" y="364487"/>
                      <a:pt x="0" y="266700"/>
                    </a:cubicBezTo>
                    <a:cubicBezTo>
                      <a:pt x="0" y="256179"/>
                      <a:pt x="8529" y="247650"/>
                      <a:pt x="19050" y="247650"/>
                    </a:cubicBezTo>
                    <a:cubicBezTo>
                      <a:pt x="29571" y="247650"/>
                      <a:pt x="38100" y="256179"/>
                      <a:pt x="38100" y="266700"/>
                    </a:cubicBezTo>
                    <a:cubicBezTo>
                      <a:pt x="38100" y="350868"/>
                      <a:pt x="106332" y="419100"/>
                      <a:pt x="190500" y="419100"/>
                    </a:cubicBezTo>
                    <a:cubicBezTo>
                      <a:pt x="274668" y="419100"/>
                      <a:pt x="342900" y="350868"/>
                      <a:pt x="342900" y="266700"/>
                    </a:cubicBezTo>
                    <a:cubicBezTo>
                      <a:pt x="342900" y="256179"/>
                      <a:pt x="351429" y="247650"/>
                      <a:pt x="361950" y="247650"/>
                    </a:cubicBezTo>
                    <a:cubicBezTo>
                      <a:pt x="372471" y="247650"/>
                      <a:pt x="381000" y="256179"/>
                      <a:pt x="381000" y="266700"/>
                    </a:cubicBezTo>
                    <a:cubicBezTo>
                      <a:pt x="380880" y="364487"/>
                      <a:pt x="306835" y="446348"/>
                      <a:pt x="209550" y="456247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4074795" y="2888932"/>
              <a:ext cx="8560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I2S 采集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067300" y="2371725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1352550" y="0"/>
                  </a:lnTo>
                  <a:moveTo>
                    <a:pt x="2114550" y="0"/>
                  </a:moveTo>
                  <a:lnTo>
                    <a:pt x="3714750" y="0"/>
                  </a:lnTo>
                </a:path>
              </a:pathLst>
            </a:custGeom>
            <a:solidFill>
              <a:srgbClr val="19211F"/>
            </a:solidFill>
            <a:ln w="28575">
              <a:solidFill>
                <a:srgbClr val="2D7D9A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6629400" y="2152650"/>
              <a:ext cx="457200" cy="476899"/>
              <a:chOff x="6629400" y="2152650"/>
              <a:chExt cx="457200" cy="47689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6648450" y="2171700"/>
                <a:ext cx="419100" cy="438436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38436">
                    <a:moveTo>
                      <a:pt x="419100" y="19050"/>
                    </a:moveTo>
                    <a:lnTo>
                      <a:pt x="419100" y="158996"/>
                    </a:lnTo>
                    <a:cubicBezTo>
                      <a:pt x="419100" y="359450"/>
                      <a:pt x="249293" y="425863"/>
                      <a:pt x="215408" y="437126"/>
                    </a:cubicBezTo>
                    <a:cubicBezTo>
                      <a:pt x="211612" y="438436"/>
                      <a:pt x="207488" y="438436"/>
                      <a:pt x="203692" y="437126"/>
                    </a:cubicBezTo>
                    <a:cubicBezTo>
                      <a:pt x="169807" y="425910"/>
                      <a:pt x="0" y="359569"/>
                      <a:pt x="0" y="159044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400050" y="0"/>
                    </a:lnTo>
                    <a:cubicBezTo>
                      <a:pt x="410571" y="0"/>
                      <a:pt x="419100" y="8529"/>
                      <a:pt x="419100" y="19050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629400" y="2152650"/>
                <a:ext cx="457200" cy="476899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76899">
                    <a:moveTo>
                      <a:pt x="419100" y="0"/>
                    </a:moveTo>
                    <a:lnTo>
                      <a:pt x="38100" y="0"/>
                    </a:lnTo>
                    <a:cubicBezTo>
                      <a:pt x="17058" y="0"/>
                      <a:pt x="0" y="17058"/>
                      <a:pt x="0" y="38100"/>
                    </a:cubicBezTo>
                    <a:lnTo>
                      <a:pt x="0" y="178070"/>
                    </a:lnTo>
                    <a:cubicBezTo>
                      <a:pt x="0" y="391454"/>
                      <a:pt x="180546" y="462248"/>
                      <a:pt x="216694" y="474274"/>
                    </a:cubicBezTo>
                    <a:cubicBezTo>
                      <a:pt x="224414" y="476899"/>
                      <a:pt x="232786" y="476899"/>
                      <a:pt x="240506" y="474274"/>
                    </a:cubicBezTo>
                    <a:cubicBezTo>
                      <a:pt x="276701" y="462248"/>
                      <a:pt x="457200" y="391454"/>
                      <a:pt x="457200" y="178070"/>
                    </a:cubicBezTo>
                    <a:lnTo>
                      <a:pt x="457200" y="38100"/>
                    </a:lnTo>
                    <a:cubicBezTo>
                      <a:pt x="457200" y="17058"/>
                      <a:pt x="440142" y="0"/>
                      <a:pt x="419100" y="0"/>
                    </a:cubicBezTo>
                    <a:close/>
                    <a:moveTo>
                      <a:pt x="419100" y="178094"/>
                    </a:moveTo>
                    <a:cubicBezTo>
                      <a:pt x="419100" y="364831"/>
                      <a:pt x="261104" y="427220"/>
                      <a:pt x="228600" y="438079"/>
                    </a:cubicBezTo>
                    <a:cubicBezTo>
                      <a:pt x="196382" y="427339"/>
                      <a:pt x="38100" y="364998"/>
                      <a:pt x="38100" y="178094"/>
                    </a:cubicBezTo>
                    <a:lnTo>
                      <a:pt x="38100" y="38100"/>
                    </a:lnTo>
                    <a:lnTo>
                      <a:pt x="419100" y="38100"/>
                    </a:lnTo>
                    <a:close/>
                    <a:moveTo>
                      <a:pt x="119872" y="242078"/>
                    </a:moveTo>
                    <a:cubicBezTo>
                      <a:pt x="112429" y="234634"/>
                      <a:pt x="112429" y="222566"/>
                      <a:pt x="119872" y="215122"/>
                    </a:cubicBezTo>
                    <a:cubicBezTo>
                      <a:pt x="127316" y="207679"/>
                      <a:pt x="139384" y="207679"/>
                      <a:pt x="146828" y="215122"/>
                    </a:cubicBezTo>
                    <a:lnTo>
                      <a:pt x="190500" y="258794"/>
                    </a:lnTo>
                    <a:lnTo>
                      <a:pt x="310372" y="138922"/>
                    </a:lnTo>
                    <a:cubicBezTo>
                      <a:pt x="317816" y="131479"/>
                      <a:pt x="329884" y="131479"/>
                      <a:pt x="337328" y="138922"/>
                    </a:cubicBezTo>
                    <a:cubicBezTo>
                      <a:pt x="344771" y="146366"/>
                      <a:pt x="344771" y="158434"/>
                      <a:pt x="337328" y="165878"/>
                    </a:cubicBezTo>
                    <a:lnTo>
                      <a:pt x="203978" y="299228"/>
                    </a:lnTo>
                    <a:cubicBezTo>
                      <a:pt x="200405" y="302805"/>
                      <a:pt x="195556" y="304815"/>
                      <a:pt x="190500" y="304815"/>
                    </a:cubicBezTo>
                    <a:cubicBezTo>
                      <a:pt x="185444" y="304815"/>
                      <a:pt x="180595" y="302805"/>
                      <a:pt x="177022" y="299228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6036945" y="2888932"/>
              <a:ext cx="17361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PCM 分帧 + HMAC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9077325" y="2152650"/>
              <a:ext cx="495300" cy="457200"/>
              <a:chOff x="9077325" y="2152650"/>
              <a:chExt cx="495300" cy="457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9096375" y="2171700"/>
                <a:ext cx="4572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247650">
                    <a:moveTo>
                      <a:pt x="457200" y="38100"/>
                    </a:moveTo>
                    <a:lnTo>
                      <a:pt x="457200" y="247650"/>
                    </a:lnTo>
                    <a:lnTo>
                      <a:pt x="0" y="247650"/>
                    </a:ln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419100" y="0"/>
                    </a:lnTo>
                    <a:cubicBezTo>
                      <a:pt x="440142" y="0"/>
                      <a:pt x="457200" y="17058"/>
                      <a:pt x="457200" y="38100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077325" y="2152650"/>
                <a:ext cx="4953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57200">
                    <a:moveTo>
                      <a:pt x="438150" y="0"/>
                    </a:moveTo>
                    <a:lnTo>
                      <a:pt x="57150" y="0"/>
                    </a:lnTo>
                    <a:cubicBezTo>
                      <a:pt x="25587" y="0"/>
                      <a:pt x="0" y="25587"/>
                      <a:pt x="0" y="57150"/>
                    </a:cubicBezTo>
                    <a:lnTo>
                      <a:pt x="0" y="323850"/>
                    </a:lnTo>
                    <a:cubicBezTo>
                      <a:pt x="0" y="355413"/>
                      <a:pt x="25587" y="381000"/>
                      <a:pt x="57150" y="381000"/>
                    </a:cubicBezTo>
                    <a:lnTo>
                      <a:pt x="228600" y="381000"/>
                    </a:lnTo>
                    <a:lnTo>
                      <a:pt x="228600" y="419100"/>
                    </a:lnTo>
                    <a:lnTo>
                      <a:pt x="171450" y="419100"/>
                    </a:lnTo>
                    <a:cubicBezTo>
                      <a:pt x="160929" y="419100"/>
                      <a:pt x="152400" y="427629"/>
                      <a:pt x="152400" y="438150"/>
                    </a:cubicBezTo>
                    <a:cubicBezTo>
                      <a:pt x="152400" y="448671"/>
                      <a:pt x="160929" y="457200"/>
                      <a:pt x="171450" y="457200"/>
                    </a:cubicBezTo>
                    <a:lnTo>
                      <a:pt x="323850" y="457200"/>
                    </a:lnTo>
                    <a:cubicBezTo>
                      <a:pt x="334371" y="457200"/>
                      <a:pt x="342900" y="448671"/>
                      <a:pt x="342900" y="438150"/>
                    </a:cubicBezTo>
                    <a:cubicBezTo>
                      <a:pt x="342900" y="427629"/>
                      <a:pt x="334371" y="419100"/>
                      <a:pt x="323850" y="419100"/>
                    </a:cubicBezTo>
                    <a:lnTo>
                      <a:pt x="266700" y="419100"/>
                    </a:lnTo>
                    <a:lnTo>
                      <a:pt x="266700" y="381000"/>
                    </a:lnTo>
                    <a:lnTo>
                      <a:pt x="438150" y="381000"/>
                    </a:lnTo>
                    <a:cubicBezTo>
                      <a:pt x="469713" y="381000"/>
                      <a:pt x="495300" y="355413"/>
                      <a:pt x="495300" y="323850"/>
                    </a:cubicBezTo>
                    <a:lnTo>
                      <a:pt x="495300" y="57150"/>
                    </a:lnTo>
                    <a:cubicBezTo>
                      <a:pt x="495300" y="25587"/>
                      <a:pt x="469713" y="0"/>
                      <a:pt x="438150" y="0"/>
                    </a:cubicBezTo>
                    <a:close/>
                    <a:moveTo>
                      <a:pt x="57150" y="38100"/>
                    </a:moveTo>
                    <a:lnTo>
                      <a:pt x="438150" y="38100"/>
                    </a:lnTo>
                    <a:cubicBezTo>
                      <a:pt x="448671" y="38100"/>
                      <a:pt x="457200" y="46629"/>
                      <a:pt x="457200" y="57150"/>
                    </a:cubicBezTo>
                    <a:lnTo>
                      <a:pt x="457200" y="247650"/>
                    </a:lnTo>
                    <a:lnTo>
                      <a:pt x="38100" y="247650"/>
                    </a:lnTo>
                    <a:lnTo>
                      <a:pt x="38100" y="57150"/>
                    </a:lnTo>
                    <a:cubicBezTo>
                      <a:pt x="38100" y="46629"/>
                      <a:pt x="46629" y="38100"/>
                      <a:pt x="57150" y="38100"/>
                    </a:cubicBezTo>
                    <a:close/>
                    <a:moveTo>
                      <a:pt x="438150" y="342900"/>
                    </a:moveTo>
                    <a:lnTo>
                      <a:pt x="57150" y="342900"/>
                    </a:lnTo>
                    <a:cubicBezTo>
                      <a:pt x="46629" y="342900"/>
                      <a:pt x="38100" y="334371"/>
                      <a:pt x="38100" y="323850"/>
                    </a:cubicBezTo>
                    <a:lnTo>
                      <a:pt x="38100" y="285750"/>
                    </a:lnTo>
                    <a:lnTo>
                      <a:pt x="457200" y="285750"/>
                    </a:lnTo>
                    <a:lnTo>
                      <a:pt x="457200" y="323850"/>
                    </a:lnTo>
                    <a:cubicBezTo>
                      <a:pt x="457200" y="334371"/>
                      <a:pt x="448671" y="342900"/>
                      <a:pt x="438150" y="342900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8675370" y="2888932"/>
              <a:ext cx="16041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Mac 调云端 ASR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609600" y="34956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19211F"/>
            </a:solidFill>
            <a:ln w="19050">
              <a:solidFill>
                <a:srgbClr val="CBD2CE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2930" y="4078605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下行：听总结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8645" y="4527232"/>
              <a:ext cx="16261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48 kHz · 单声道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4181721" y="4164846"/>
              <a:ext cx="580898" cy="435742"/>
              <a:chOff x="4181721" y="4164846"/>
              <a:chExt cx="580898" cy="43574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200926" y="4186679"/>
                <a:ext cx="542524" cy="394846"/>
              </a:xfrm>
              <a:custGeom>
                <a:avLst/>
                <a:gdLst/>
                <a:ahLst/>
                <a:cxnLst/>
                <a:rect l="l" t="t" r="r" b="b"/>
                <a:pathLst>
                  <a:path w="542524" h="394846">
                    <a:moveTo>
                      <a:pt x="542524" y="204346"/>
                    </a:moveTo>
                    <a:cubicBezTo>
                      <a:pt x="542524" y="309556"/>
                      <a:pt x="457234" y="394846"/>
                      <a:pt x="352024" y="394846"/>
                    </a:cubicBezTo>
                    <a:lnTo>
                      <a:pt x="142474" y="394846"/>
                    </a:lnTo>
                    <a:cubicBezTo>
                      <a:pt x="90860" y="394782"/>
                      <a:pt x="43918" y="364939"/>
                      <a:pt x="21959" y="318230"/>
                    </a:cubicBezTo>
                    <a:cubicBezTo>
                      <a:pt x="0" y="271521"/>
                      <a:pt x="6967" y="216334"/>
                      <a:pt x="39846" y="176549"/>
                    </a:cubicBezTo>
                    <a:cubicBezTo>
                      <a:pt x="72725" y="136763"/>
                      <a:pt x="125611" y="119523"/>
                      <a:pt x="175621" y="132289"/>
                    </a:cubicBezTo>
                    <a:lnTo>
                      <a:pt x="175621" y="132527"/>
                    </a:lnTo>
                    <a:cubicBezTo>
                      <a:pt x="209999" y="48202"/>
                      <a:pt x="299250" y="0"/>
                      <a:pt x="388618" y="17493"/>
                    </a:cubicBezTo>
                    <a:cubicBezTo>
                      <a:pt x="477986" y="34986"/>
                      <a:pt x="542476" y="113282"/>
                      <a:pt x="542524" y="204346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181721" y="4164846"/>
                <a:ext cx="580898" cy="435742"/>
              </a:xfrm>
              <a:custGeom>
                <a:avLst/>
                <a:gdLst/>
                <a:ahLst/>
                <a:cxnLst/>
                <a:rect l="l" t="t" r="r" b="b"/>
                <a:pathLst>
                  <a:path w="580898" h="435742">
                    <a:moveTo>
                      <a:pt x="580779" y="226179"/>
                    </a:moveTo>
                    <a:cubicBezTo>
                      <a:pt x="580898" y="271546"/>
                      <a:pt x="566180" y="315708"/>
                      <a:pt x="538869" y="351933"/>
                    </a:cubicBezTo>
                    <a:cubicBezTo>
                      <a:pt x="534777" y="357378"/>
                      <a:pt x="528091" y="360226"/>
                      <a:pt x="521329" y="359404"/>
                    </a:cubicBezTo>
                    <a:cubicBezTo>
                      <a:pt x="514568" y="358583"/>
                      <a:pt x="508759" y="354217"/>
                      <a:pt x="506089" y="347951"/>
                    </a:cubicBezTo>
                    <a:cubicBezTo>
                      <a:pt x="503420" y="341684"/>
                      <a:pt x="504297" y="334470"/>
                      <a:pt x="508389" y="329025"/>
                    </a:cubicBezTo>
                    <a:cubicBezTo>
                      <a:pt x="530745" y="299409"/>
                      <a:pt x="542788" y="263286"/>
                      <a:pt x="542679" y="226179"/>
                    </a:cubicBezTo>
                    <a:cubicBezTo>
                      <a:pt x="542679" y="131490"/>
                      <a:pt x="465918" y="54729"/>
                      <a:pt x="371229" y="54729"/>
                    </a:cubicBezTo>
                    <a:cubicBezTo>
                      <a:pt x="276540" y="54729"/>
                      <a:pt x="199779" y="131490"/>
                      <a:pt x="199779" y="226179"/>
                    </a:cubicBezTo>
                    <a:cubicBezTo>
                      <a:pt x="199779" y="236700"/>
                      <a:pt x="191250" y="245229"/>
                      <a:pt x="180729" y="245229"/>
                    </a:cubicBezTo>
                    <a:cubicBezTo>
                      <a:pt x="170208" y="245229"/>
                      <a:pt x="161679" y="236700"/>
                      <a:pt x="161679" y="226179"/>
                    </a:cubicBezTo>
                    <a:cubicBezTo>
                      <a:pt x="161669" y="206955"/>
                      <a:pt x="164306" y="187821"/>
                      <a:pt x="169513" y="169315"/>
                    </a:cubicBezTo>
                    <a:cubicBezTo>
                      <a:pt x="166918" y="169029"/>
                      <a:pt x="164298" y="169029"/>
                      <a:pt x="161679" y="169029"/>
                    </a:cubicBezTo>
                    <a:cubicBezTo>
                      <a:pt x="98553" y="169029"/>
                      <a:pt x="47379" y="220203"/>
                      <a:pt x="47379" y="283329"/>
                    </a:cubicBezTo>
                    <a:cubicBezTo>
                      <a:pt x="47379" y="346455"/>
                      <a:pt x="98553" y="397629"/>
                      <a:pt x="161679" y="397629"/>
                    </a:cubicBezTo>
                    <a:lnTo>
                      <a:pt x="218829" y="397629"/>
                    </a:lnTo>
                    <a:cubicBezTo>
                      <a:pt x="229350" y="397629"/>
                      <a:pt x="237879" y="406158"/>
                      <a:pt x="237879" y="416679"/>
                    </a:cubicBezTo>
                    <a:cubicBezTo>
                      <a:pt x="237879" y="427200"/>
                      <a:pt x="229350" y="435729"/>
                      <a:pt x="218829" y="435729"/>
                    </a:cubicBezTo>
                    <a:lnTo>
                      <a:pt x="161679" y="435729"/>
                    </a:lnTo>
                    <a:cubicBezTo>
                      <a:pt x="104571" y="435742"/>
                      <a:pt x="52248" y="403826"/>
                      <a:pt x="26124" y="353044"/>
                    </a:cubicBezTo>
                    <a:cubicBezTo>
                      <a:pt x="0" y="302261"/>
                      <a:pt x="4460" y="241134"/>
                      <a:pt x="37679" y="194681"/>
                    </a:cubicBezTo>
                    <a:cubicBezTo>
                      <a:pt x="70897" y="148229"/>
                      <a:pt x="127299" y="124246"/>
                      <a:pt x="183801" y="132549"/>
                    </a:cubicBezTo>
                    <a:cubicBezTo>
                      <a:pt x="227255" y="45637"/>
                      <a:pt x="324758" y="0"/>
                      <a:pt x="419333" y="22306"/>
                    </a:cubicBezTo>
                    <a:cubicBezTo>
                      <a:pt x="513908" y="44613"/>
                      <a:pt x="580741" y="129009"/>
                      <a:pt x="580779" y="226179"/>
                    </a:cubicBezTo>
                    <a:close/>
                    <a:moveTo>
                      <a:pt x="365657" y="212701"/>
                    </a:moveTo>
                    <a:cubicBezTo>
                      <a:pt x="362083" y="209124"/>
                      <a:pt x="357235" y="207114"/>
                      <a:pt x="352179" y="207114"/>
                    </a:cubicBezTo>
                    <a:cubicBezTo>
                      <a:pt x="347123" y="207114"/>
                      <a:pt x="342274" y="209124"/>
                      <a:pt x="338701" y="212701"/>
                    </a:cubicBezTo>
                    <a:lnTo>
                      <a:pt x="262501" y="288901"/>
                    </a:lnTo>
                    <a:cubicBezTo>
                      <a:pt x="255057" y="296345"/>
                      <a:pt x="255057" y="308414"/>
                      <a:pt x="262501" y="315857"/>
                    </a:cubicBezTo>
                    <a:cubicBezTo>
                      <a:pt x="269945" y="323301"/>
                      <a:pt x="282013" y="323301"/>
                      <a:pt x="289457" y="315857"/>
                    </a:cubicBezTo>
                    <a:lnTo>
                      <a:pt x="333129" y="272161"/>
                    </a:lnTo>
                    <a:lnTo>
                      <a:pt x="333129" y="416679"/>
                    </a:lnTo>
                    <a:cubicBezTo>
                      <a:pt x="333129" y="427200"/>
                      <a:pt x="341658" y="435729"/>
                      <a:pt x="352179" y="435729"/>
                    </a:cubicBezTo>
                    <a:cubicBezTo>
                      <a:pt x="362700" y="435729"/>
                      <a:pt x="371229" y="427200"/>
                      <a:pt x="371229" y="416679"/>
                    </a:cubicBezTo>
                    <a:lnTo>
                      <a:pt x="371229" y="272161"/>
                    </a:lnTo>
                    <a:lnTo>
                      <a:pt x="414901" y="315857"/>
                    </a:lnTo>
                    <a:cubicBezTo>
                      <a:pt x="422345" y="323301"/>
                      <a:pt x="434413" y="323301"/>
                      <a:pt x="441857" y="315857"/>
                    </a:cubicBezTo>
                    <a:cubicBezTo>
                      <a:pt x="449300" y="308414"/>
                      <a:pt x="449300" y="296345"/>
                      <a:pt x="441857" y="288901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3836670" y="4917758"/>
              <a:ext cx="138407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TTS 生成 WAV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5067300" y="440055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1352550" y="0"/>
                  </a:lnTo>
                  <a:moveTo>
                    <a:pt x="2114550" y="0"/>
                  </a:moveTo>
                  <a:lnTo>
                    <a:pt x="3714750" y="0"/>
                  </a:lnTo>
                </a:path>
              </a:pathLst>
            </a:custGeom>
            <a:solidFill>
              <a:srgbClr val="19211F"/>
            </a:solidFill>
            <a:ln w="28575">
              <a:solidFill>
                <a:srgbClr val="1E9668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629400" y="4105275"/>
              <a:ext cx="457200" cy="514350"/>
              <a:chOff x="6629400" y="4105275"/>
              <a:chExt cx="457200" cy="51435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648450" y="4295775"/>
                <a:ext cx="4191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304800">
                    <a:moveTo>
                      <a:pt x="400050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285750"/>
                    </a:lnTo>
                    <a:cubicBezTo>
                      <a:pt x="0" y="296271"/>
                      <a:pt x="8529" y="304800"/>
                      <a:pt x="19050" y="304800"/>
                    </a:cubicBezTo>
                    <a:lnTo>
                      <a:pt x="400050" y="304800"/>
                    </a:lnTo>
                    <a:cubicBezTo>
                      <a:pt x="410571" y="304800"/>
                      <a:pt x="419100" y="296271"/>
                      <a:pt x="419100" y="285750"/>
                    </a:cubicBezTo>
                    <a:lnTo>
                      <a:pt x="419100" y="19050"/>
                    </a:lnTo>
                    <a:cubicBezTo>
                      <a:pt x="419100" y="8529"/>
                      <a:pt x="410571" y="0"/>
                      <a:pt x="400050" y="0"/>
                    </a:cubicBezTo>
                    <a:close/>
                    <a:moveTo>
                      <a:pt x="209550" y="171450"/>
                    </a:moveTo>
                    <a:cubicBezTo>
                      <a:pt x="183247" y="171450"/>
                      <a:pt x="161925" y="150128"/>
                      <a:pt x="161925" y="123825"/>
                    </a:cubicBezTo>
                    <a:cubicBezTo>
                      <a:pt x="161925" y="97522"/>
                      <a:pt x="183247" y="76200"/>
                      <a:pt x="209550" y="76200"/>
                    </a:cubicBezTo>
                    <a:cubicBezTo>
                      <a:pt x="235853" y="76200"/>
                      <a:pt x="257175" y="97522"/>
                      <a:pt x="257175" y="123825"/>
                    </a:cubicBezTo>
                    <a:cubicBezTo>
                      <a:pt x="257175" y="150128"/>
                      <a:pt x="235853" y="171450"/>
                      <a:pt x="209550" y="171450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629400" y="4105275"/>
                <a:ext cx="457200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514350">
                    <a:moveTo>
                      <a:pt x="419100" y="171450"/>
                    </a:moveTo>
                    <a:lnTo>
                      <a:pt x="342900" y="171450"/>
                    </a:lnTo>
                    <a:lnTo>
                      <a:pt x="342900" y="114300"/>
                    </a:lnTo>
                    <a:cubicBezTo>
                      <a:pt x="342900" y="51174"/>
                      <a:pt x="291726" y="0"/>
                      <a:pt x="228600" y="0"/>
                    </a:cubicBezTo>
                    <a:cubicBezTo>
                      <a:pt x="165474" y="0"/>
                      <a:pt x="114300" y="51174"/>
                      <a:pt x="114300" y="114300"/>
                    </a:cubicBezTo>
                    <a:lnTo>
                      <a:pt x="114300" y="171450"/>
                    </a:lnTo>
                    <a:lnTo>
                      <a:pt x="38100" y="171450"/>
                    </a:lnTo>
                    <a:cubicBezTo>
                      <a:pt x="17058" y="171450"/>
                      <a:pt x="0" y="188508"/>
                      <a:pt x="0" y="209550"/>
                    </a:cubicBezTo>
                    <a:lnTo>
                      <a:pt x="0" y="476250"/>
                    </a:lnTo>
                    <a:cubicBezTo>
                      <a:pt x="0" y="497292"/>
                      <a:pt x="17058" y="514350"/>
                      <a:pt x="38100" y="514350"/>
                    </a:cubicBezTo>
                    <a:lnTo>
                      <a:pt x="419100" y="514350"/>
                    </a:lnTo>
                    <a:cubicBezTo>
                      <a:pt x="440142" y="514350"/>
                      <a:pt x="457200" y="497292"/>
                      <a:pt x="457200" y="476250"/>
                    </a:cubicBezTo>
                    <a:lnTo>
                      <a:pt x="457200" y="209550"/>
                    </a:lnTo>
                    <a:cubicBezTo>
                      <a:pt x="457200" y="188508"/>
                      <a:pt x="440142" y="171450"/>
                      <a:pt x="419100" y="171450"/>
                    </a:cubicBezTo>
                    <a:close/>
                    <a:moveTo>
                      <a:pt x="152400" y="114300"/>
                    </a:moveTo>
                    <a:cubicBezTo>
                      <a:pt x="152400" y="72216"/>
                      <a:pt x="186516" y="38100"/>
                      <a:pt x="228600" y="38100"/>
                    </a:cubicBezTo>
                    <a:cubicBezTo>
                      <a:pt x="270684" y="38100"/>
                      <a:pt x="304800" y="72216"/>
                      <a:pt x="304800" y="114300"/>
                    </a:cubicBezTo>
                    <a:lnTo>
                      <a:pt x="304800" y="171450"/>
                    </a:lnTo>
                    <a:lnTo>
                      <a:pt x="152400" y="171450"/>
                    </a:lnTo>
                    <a:close/>
                    <a:moveTo>
                      <a:pt x="419100" y="476250"/>
                    </a:moveTo>
                    <a:lnTo>
                      <a:pt x="38100" y="476250"/>
                    </a:lnTo>
                    <a:lnTo>
                      <a:pt x="38100" y="209550"/>
                    </a:lnTo>
                    <a:lnTo>
                      <a:pt x="419100" y="209550"/>
                    </a:lnTo>
                    <a:lnTo>
                      <a:pt x="419100" y="476250"/>
                    </a:lnTo>
                    <a:close/>
                    <a:moveTo>
                      <a:pt x="228600" y="247650"/>
                    </a:moveTo>
                    <a:cubicBezTo>
                      <a:pt x="195503" y="247661"/>
                      <a:pt x="167424" y="271949"/>
                      <a:pt x="162646" y="304699"/>
                    </a:cubicBezTo>
                    <a:cubicBezTo>
                      <a:pt x="157868" y="337449"/>
                      <a:pt x="177836" y="368747"/>
                      <a:pt x="209550" y="378214"/>
                    </a:cubicBezTo>
                    <a:lnTo>
                      <a:pt x="209550" y="419100"/>
                    </a:lnTo>
                    <a:cubicBezTo>
                      <a:pt x="209550" y="429621"/>
                      <a:pt x="218079" y="438150"/>
                      <a:pt x="228600" y="438150"/>
                    </a:cubicBezTo>
                    <a:cubicBezTo>
                      <a:pt x="239121" y="438150"/>
                      <a:pt x="247650" y="429621"/>
                      <a:pt x="247650" y="419100"/>
                    </a:cubicBezTo>
                    <a:lnTo>
                      <a:pt x="247650" y="378214"/>
                    </a:lnTo>
                    <a:cubicBezTo>
                      <a:pt x="279364" y="368747"/>
                      <a:pt x="299332" y="337449"/>
                      <a:pt x="294554" y="304699"/>
                    </a:cubicBezTo>
                    <a:cubicBezTo>
                      <a:pt x="289776" y="271949"/>
                      <a:pt x="261697" y="247661"/>
                      <a:pt x="228600" y="247650"/>
                    </a:cubicBezTo>
                    <a:close/>
                    <a:moveTo>
                      <a:pt x="228600" y="342900"/>
                    </a:moveTo>
                    <a:cubicBezTo>
                      <a:pt x="212818" y="342900"/>
                      <a:pt x="200025" y="330107"/>
                      <a:pt x="200025" y="314325"/>
                    </a:cubicBezTo>
                    <a:cubicBezTo>
                      <a:pt x="200025" y="298543"/>
                      <a:pt x="212818" y="285750"/>
                      <a:pt x="228600" y="285750"/>
                    </a:cubicBezTo>
                    <a:cubicBezTo>
                      <a:pt x="244382" y="285750"/>
                      <a:pt x="257175" y="298543"/>
                      <a:pt x="257175" y="314325"/>
                    </a:cubicBezTo>
                    <a:cubicBezTo>
                      <a:pt x="257175" y="330107"/>
                      <a:pt x="244382" y="342900"/>
                      <a:pt x="228600" y="342900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5970270" y="4917758"/>
              <a:ext cx="185713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ADPCM 编码并加密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9058275" y="4142119"/>
              <a:ext cx="552487" cy="497800"/>
              <a:chOff x="9058275" y="4142119"/>
              <a:chExt cx="552487" cy="497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077325" y="4295775"/>
                <a:ext cx="1333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90500">
                    <a:moveTo>
                      <a:pt x="133350" y="0"/>
                    </a:moveTo>
                    <a:lnTo>
                      <a:pt x="133350" y="190500"/>
                    </a:lnTo>
                    <a:lnTo>
                      <a:pt x="19050" y="190500"/>
                    </a:lnTo>
                    <a:cubicBezTo>
                      <a:pt x="8529" y="190500"/>
                      <a:pt x="0" y="181971"/>
                      <a:pt x="0" y="1714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058275" y="4142119"/>
                <a:ext cx="552487" cy="497800"/>
              </a:xfrm>
              <a:custGeom>
                <a:avLst/>
                <a:gdLst/>
                <a:ahLst/>
                <a:cxnLst/>
                <a:rect l="l" t="t" r="r" b="b"/>
                <a:pathLst>
                  <a:path w="552487" h="497800">
                    <a:moveTo>
                      <a:pt x="332208" y="3185"/>
                    </a:moveTo>
                    <a:cubicBezTo>
                      <a:pt x="325673" y="0"/>
                      <a:pt x="317894" y="813"/>
                      <a:pt x="312158" y="5280"/>
                    </a:cubicBezTo>
                    <a:lnTo>
                      <a:pt x="145852" y="134606"/>
                    </a:lnTo>
                    <a:lnTo>
                      <a:pt x="38100" y="134606"/>
                    </a:lnTo>
                    <a:cubicBezTo>
                      <a:pt x="17058" y="134606"/>
                      <a:pt x="0" y="151664"/>
                      <a:pt x="0" y="172706"/>
                    </a:cubicBezTo>
                    <a:lnTo>
                      <a:pt x="0" y="325106"/>
                    </a:lnTo>
                    <a:cubicBezTo>
                      <a:pt x="0" y="346148"/>
                      <a:pt x="17058" y="363206"/>
                      <a:pt x="38100" y="363206"/>
                    </a:cubicBezTo>
                    <a:lnTo>
                      <a:pt x="145852" y="363206"/>
                    </a:lnTo>
                    <a:lnTo>
                      <a:pt x="312158" y="492532"/>
                    </a:lnTo>
                    <a:cubicBezTo>
                      <a:pt x="317900" y="496995"/>
                      <a:pt x="325682" y="497800"/>
                      <a:pt x="332215" y="494607"/>
                    </a:cubicBezTo>
                    <a:cubicBezTo>
                      <a:pt x="338749" y="491413"/>
                      <a:pt x="342895" y="484778"/>
                      <a:pt x="342900" y="477506"/>
                    </a:cubicBezTo>
                    <a:lnTo>
                      <a:pt x="342900" y="20306"/>
                    </a:lnTo>
                    <a:cubicBezTo>
                      <a:pt x="342901" y="13025"/>
                      <a:pt x="338751" y="6379"/>
                      <a:pt x="332208" y="3185"/>
                    </a:cubicBezTo>
                    <a:close/>
                    <a:moveTo>
                      <a:pt x="38100" y="172706"/>
                    </a:moveTo>
                    <a:lnTo>
                      <a:pt x="133350" y="172706"/>
                    </a:lnTo>
                    <a:lnTo>
                      <a:pt x="133350" y="325106"/>
                    </a:lnTo>
                    <a:lnTo>
                      <a:pt x="38100" y="325106"/>
                    </a:lnTo>
                    <a:close/>
                    <a:moveTo>
                      <a:pt x="304800" y="438549"/>
                    </a:moveTo>
                    <a:lnTo>
                      <a:pt x="171450" y="334845"/>
                    </a:lnTo>
                    <a:lnTo>
                      <a:pt x="171450" y="162967"/>
                    </a:lnTo>
                    <a:lnTo>
                      <a:pt x="304800" y="59263"/>
                    </a:lnTo>
                    <a:close/>
                    <a:moveTo>
                      <a:pt x="433388" y="185946"/>
                    </a:moveTo>
                    <a:cubicBezTo>
                      <a:pt x="465088" y="221934"/>
                      <a:pt x="465088" y="275878"/>
                      <a:pt x="433388" y="311866"/>
                    </a:cubicBezTo>
                    <a:cubicBezTo>
                      <a:pt x="426385" y="319561"/>
                      <a:pt x="414504" y="320214"/>
                      <a:pt x="406700" y="313333"/>
                    </a:cubicBezTo>
                    <a:cubicBezTo>
                      <a:pt x="398896" y="306453"/>
                      <a:pt x="398056" y="294584"/>
                      <a:pt x="404812" y="286673"/>
                    </a:cubicBezTo>
                    <a:cubicBezTo>
                      <a:pt x="423822" y="265083"/>
                      <a:pt x="423822" y="232729"/>
                      <a:pt x="404812" y="211139"/>
                    </a:cubicBezTo>
                    <a:cubicBezTo>
                      <a:pt x="398056" y="203228"/>
                      <a:pt x="398896" y="191359"/>
                      <a:pt x="406700" y="184478"/>
                    </a:cubicBezTo>
                    <a:cubicBezTo>
                      <a:pt x="414504" y="177598"/>
                      <a:pt x="426385" y="178251"/>
                      <a:pt x="433388" y="185946"/>
                    </a:cubicBezTo>
                    <a:close/>
                    <a:moveTo>
                      <a:pt x="552450" y="248906"/>
                    </a:moveTo>
                    <a:cubicBezTo>
                      <a:pt x="552477" y="295774"/>
                      <a:pt x="535205" y="341003"/>
                      <a:pt x="503944" y="375922"/>
                    </a:cubicBezTo>
                    <a:cubicBezTo>
                      <a:pt x="496883" y="383562"/>
                      <a:pt x="484999" y="384125"/>
                      <a:pt x="477248" y="377186"/>
                    </a:cubicBezTo>
                    <a:cubicBezTo>
                      <a:pt x="469497" y="370248"/>
                      <a:pt x="468745" y="358374"/>
                      <a:pt x="475559" y="350514"/>
                    </a:cubicBezTo>
                    <a:cubicBezTo>
                      <a:pt x="527298" y="292664"/>
                      <a:pt x="527298" y="205172"/>
                      <a:pt x="475559" y="147322"/>
                    </a:cubicBezTo>
                    <a:cubicBezTo>
                      <a:pt x="470891" y="142271"/>
                      <a:pt x="469308" y="135095"/>
                      <a:pt x="471418" y="128549"/>
                    </a:cubicBezTo>
                    <a:cubicBezTo>
                      <a:pt x="473528" y="122002"/>
                      <a:pt x="479003" y="117101"/>
                      <a:pt x="485742" y="115727"/>
                    </a:cubicBezTo>
                    <a:cubicBezTo>
                      <a:pt x="492482" y="114352"/>
                      <a:pt x="499439" y="116717"/>
                      <a:pt x="503944" y="121914"/>
                    </a:cubicBezTo>
                    <a:cubicBezTo>
                      <a:pt x="535213" y="156819"/>
                      <a:pt x="552487" y="202043"/>
                      <a:pt x="552450" y="248906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675370" y="4917758"/>
              <a:ext cx="1362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键盘解码播放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8645" y="5727382"/>
              <a:ext cx="77758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HMAC 校验上行来源和完整性，不隐藏 PCM 内容。声音变调时，先核对采样率。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817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25 / 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573405" y="392906"/>
            <a:ext cx="11008995" cy="6265069"/>
            <a:chOff x="573405" y="392906"/>
            <a:chExt cx="11008995" cy="6265069"/>
          </a:xfrm>
        </p:grpSpPr>
        <p:sp>
          <p:nvSpPr>
            <p:cNvPr id="3" name="TextBox 3"/>
            <p:cNvSpPr txBox="1"/>
            <p:nvPr/>
          </p:nvSpPr>
          <p:spPr>
            <a:xfrm>
              <a:off x="595312" y="39290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原理 5 / 10 · 认证与加密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3405" y="721042"/>
              <a:ext cx="526003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认证检查身份，加密隐藏内容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8645" y="1269682"/>
              <a:ext cx="57626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两者解决不同问题。仅有 HMAC 的报文，不应被称为密文。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6096000" y="2000250"/>
              <a:ext cx="9525" cy="3448050"/>
            </a:xfrm>
            <a:custGeom>
              <a:avLst/>
              <a:gdLst/>
              <a:ahLst/>
              <a:cxnLst/>
              <a:rect l="l" t="t" r="r" b="b"/>
              <a:pathLst>
                <a:path w="9525" h="3448050">
                  <a:moveTo>
                    <a:pt x="0" y="0"/>
                  </a:moveTo>
                  <a:lnTo>
                    <a:pt x="0" y="3448050"/>
                  </a:lnTo>
                </a:path>
              </a:pathLst>
            </a:custGeom>
            <a:solidFill>
              <a:srgbClr val="19211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890588" y="2189559"/>
              <a:ext cx="542925" cy="566318"/>
              <a:chOff x="890588" y="2189559"/>
              <a:chExt cx="542925" cy="56631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13209" y="2212181"/>
                <a:ext cx="497681" cy="520643"/>
              </a:xfrm>
              <a:custGeom>
                <a:avLst/>
                <a:gdLst/>
                <a:ahLst/>
                <a:cxnLst/>
                <a:rect l="l" t="t" r="r" b="b"/>
                <a:pathLst>
                  <a:path w="497681" h="520643">
                    <a:moveTo>
                      <a:pt x="497681" y="22622"/>
                    </a:moveTo>
                    <a:lnTo>
                      <a:pt x="497681" y="188808"/>
                    </a:lnTo>
                    <a:cubicBezTo>
                      <a:pt x="497681" y="426847"/>
                      <a:pt x="296036" y="505712"/>
                      <a:pt x="255797" y="519087"/>
                    </a:cubicBezTo>
                    <a:cubicBezTo>
                      <a:pt x="251290" y="520643"/>
                      <a:pt x="246391" y="520643"/>
                      <a:pt x="241884" y="519087"/>
                    </a:cubicBezTo>
                    <a:cubicBezTo>
                      <a:pt x="201646" y="505769"/>
                      <a:pt x="0" y="426988"/>
                      <a:pt x="0" y="188864"/>
                    </a:cubicBezTo>
                    <a:lnTo>
                      <a:pt x="0" y="22622"/>
                    </a:lnTo>
                    <a:cubicBezTo>
                      <a:pt x="0" y="10128"/>
                      <a:pt x="10128" y="0"/>
                      <a:pt x="22622" y="0"/>
                    </a:cubicBezTo>
                    <a:lnTo>
                      <a:pt x="475059" y="0"/>
                    </a:lnTo>
                    <a:cubicBezTo>
                      <a:pt x="487553" y="0"/>
                      <a:pt x="497681" y="10128"/>
                      <a:pt x="497681" y="22622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90588" y="2189559"/>
                <a:ext cx="542925" cy="566318"/>
              </a:xfrm>
              <a:custGeom>
                <a:avLst/>
                <a:gdLst/>
                <a:ahLst/>
                <a:cxnLst/>
                <a:rect l="l" t="t" r="r" b="b"/>
                <a:pathLst>
                  <a:path w="542925" h="566318">
                    <a:moveTo>
                      <a:pt x="497681" y="0"/>
                    </a:moveTo>
                    <a:lnTo>
                      <a:pt x="45244" y="0"/>
                    </a:lnTo>
                    <a:cubicBezTo>
                      <a:pt x="20256" y="0"/>
                      <a:pt x="0" y="20256"/>
                      <a:pt x="0" y="45244"/>
                    </a:cubicBezTo>
                    <a:lnTo>
                      <a:pt x="0" y="211458"/>
                    </a:lnTo>
                    <a:cubicBezTo>
                      <a:pt x="0" y="464851"/>
                      <a:pt x="214399" y="548920"/>
                      <a:pt x="257324" y="563200"/>
                    </a:cubicBezTo>
                    <a:cubicBezTo>
                      <a:pt x="266492" y="566318"/>
                      <a:pt x="276433" y="566318"/>
                      <a:pt x="285601" y="563200"/>
                    </a:cubicBezTo>
                    <a:cubicBezTo>
                      <a:pt x="328583" y="548920"/>
                      <a:pt x="542925" y="464851"/>
                      <a:pt x="542925" y="211458"/>
                    </a:cubicBezTo>
                    <a:lnTo>
                      <a:pt x="542925" y="45244"/>
                    </a:lnTo>
                    <a:cubicBezTo>
                      <a:pt x="542925" y="20256"/>
                      <a:pt x="522669" y="0"/>
                      <a:pt x="497681" y="0"/>
                    </a:cubicBezTo>
                    <a:close/>
                    <a:moveTo>
                      <a:pt x="497681" y="211486"/>
                    </a:moveTo>
                    <a:cubicBezTo>
                      <a:pt x="497681" y="433237"/>
                      <a:pt x="310061" y="507324"/>
                      <a:pt x="271462" y="520218"/>
                    </a:cubicBezTo>
                    <a:cubicBezTo>
                      <a:pt x="233203" y="507465"/>
                      <a:pt x="45244" y="433435"/>
                      <a:pt x="45244" y="211486"/>
                    </a:cubicBezTo>
                    <a:lnTo>
                      <a:pt x="45244" y="45244"/>
                    </a:lnTo>
                    <a:lnTo>
                      <a:pt x="497681" y="45244"/>
                    </a:lnTo>
                    <a:close/>
                    <a:moveTo>
                      <a:pt x="142348" y="287467"/>
                    </a:moveTo>
                    <a:cubicBezTo>
                      <a:pt x="133509" y="278628"/>
                      <a:pt x="133509" y="264297"/>
                      <a:pt x="142348" y="255458"/>
                    </a:cubicBezTo>
                    <a:cubicBezTo>
                      <a:pt x="151187" y="246618"/>
                      <a:pt x="165519" y="246618"/>
                      <a:pt x="174358" y="255458"/>
                    </a:cubicBezTo>
                    <a:lnTo>
                      <a:pt x="226219" y="307318"/>
                    </a:lnTo>
                    <a:lnTo>
                      <a:pt x="368567" y="164970"/>
                    </a:lnTo>
                    <a:cubicBezTo>
                      <a:pt x="377406" y="156131"/>
                      <a:pt x="391738" y="156131"/>
                      <a:pt x="400577" y="164970"/>
                    </a:cubicBezTo>
                    <a:cubicBezTo>
                      <a:pt x="409416" y="173809"/>
                      <a:pt x="409416" y="188141"/>
                      <a:pt x="400577" y="196980"/>
                    </a:cubicBezTo>
                    <a:lnTo>
                      <a:pt x="242224" y="355333"/>
                    </a:lnTo>
                    <a:cubicBezTo>
                      <a:pt x="237981" y="359581"/>
                      <a:pt x="232223" y="361968"/>
                      <a:pt x="226219" y="361968"/>
                    </a:cubicBezTo>
                    <a:cubicBezTo>
                      <a:pt x="220215" y="361968"/>
                      <a:pt x="214457" y="359581"/>
                      <a:pt x="210214" y="355333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773430" y="3116580"/>
              <a:ext cx="189107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HMAC-SHA256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7240" y="3644265"/>
              <a:ext cx="29260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检查来源和数据是否被改动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9145" y="4193858"/>
              <a:ext cx="337532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用于上行 PCM、控制与状态报文。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9145" y="4593908"/>
              <a:ext cx="35623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认证通过后，仍需检查会话和顺序。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9145" y="4993958"/>
              <a:ext cx="2682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不负责隐藏上行录音内容。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6815138" y="2099072"/>
              <a:ext cx="542925" cy="610791"/>
              <a:chOff x="6815138" y="2099072"/>
              <a:chExt cx="542925" cy="61079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6837759" y="2325291"/>
                <a:ext cx="497681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497681" h="361950">
                    <a:moveTo>
                      <a:pt x="475059" y="0"/>
                    </a:moveTo>
                    <a:lnTo>
                      <a:pt x="22622" y="0"/>
                    </a:lnTo>
                    <a:cubicBezTo>
                      <a:pt x="10128" y="0"/>
                      <a:pt x="0" y="10128"/>
                      <a:pt x="0" y="22622"/>
                    </a:cubicBezTo>
                    <a:lnTo>
                      <a:pt x="0" y="339328"/>
                    </a:lnTo>
                    <a:cubicBezTo>
                      <a:pt x="0" y="351822"/>
                      <a:pt x="10128" y="361950"/>
                      <a:pt x="22622" y="361950"/>
                    </a:cubicBezTo>
                    <a:lnTo>
                      <a:pt x="475059" y="361950"/>
                    </a:lnTo>
                    <a:cubicBezTo>
                      <a:pt x="487553" y="361950"/>
                      <a:pt x="497681" y="351822"/>
                      <a:pt x="497681" y="339328"/>
                    </a:cubicBezTo>
                    <a:lnTo>
                      <a:pt x="497681" y="22622"/>
                    </a:lnTo>
                    <a:cubicBezTo>
                      <a:pt x="497681" y="10128"/>
                      <a:pt x="487553" y="0"/>
                      <a:pt x="475059" y="0"/>
                    </a:cubicBezTo>
                    <a:close/>
                    <a:moveTo>
                      <a:pt x="248841" y="203597"/>
                    </a:moveTo>
                    <a:cubicBezTo>
                      <a:pt x="217606" y="203597"/>
                      <a:pt x="192286" y="178276"/>
                      <a:pt x="192286" y="147042"/>
                    </a:cubicBezTo>
                    <a:cubicBezTo>
                      <a:pt x="192286" y="115808"/>
                      <a:pt x="217606" y="90488"/>
                      <a:pt x="248841" y="90488"/>
                    </a:cubicBezTo>
                    <a:cubicBezTo>
                      <a:pt x="280075" y="90488"/>
                      <a:pt x="305395" y="115808"/>
                      <a:pt x="305395" y="147042"/>
                    </a:cubicBezTo>
                    <a:cubicBezTo>
                      <a:pt x="305395" y="178276"/>
                      <a:pt x="280075" y="203597"/>
                      <a:pt x="248841" y="203597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815138" y="2099072"/>
                <a:ext cx="542925" cy="610791"/>
              </a:xfrm>
              <a:custGeom>
                <a:avLst/>
                <a:gdLst/>
                <a:ahLst/>
                <a:cxnLst/>
                <a:rect l="l" t="t" r="r" b="b"/>
                <a:pathLst>
                  <a:path w="542925" h="610791">
                    <a:moveTo>
                      <a:pt x="497681" y="203597"/>
                    </a:moveTo>
                    <a:lnTo>
                      <a:pt x="407194" y="203597"/>
                    </a:lnTo>
                    <a:lnTo>
                      <a:pt x="407194" y="135731"/>
                    </a:lnTo>
                    <a:cubicBezTo>
                      <a:pt x="407194" y="60769"/>
                      <a:pt x="346425" y="0"/>
                      <a:pt x="271462" y="0"/>
                    </a:cubicBezTo>
                    <a:cubicBezTo>
                      <a:pt x="196500" y="0"/>
                      <a:pt x="135731" y="60769"/>
                      <a:pt x="135731" y="135731"/>
                    </a:cubicBezTo>
                    <a:lnTo>
                      <a:pt x="135731" y="203597"/>
                    </a:lnTo>
                    <a:lnTo>
                      <a:pt x="45244" y="203597"/>
                    </a:lnTo>
                    <a:cubicBezTo>
                      <a:pt x="20256" y="203597"/>
                      <a:pt x="0" y="223853"/>
                      <a:pt x="0" y="248841"/>
                    </a:cubicBezTo>
                    <a:lnTo>
                      <a:pt x="0" y="565547"/>
                    </a:lnTo>
                    <a:cubicBezTo>
                      <a:pt x="0" y="590534"/>
                      <a:pt x="20256" y="610791"/>
                      <a:pt x="45244" y="610791"/>
                    </a:cubicBezTo>
                    <a:lnTo>
                      <a:pt x="497681" y="610791"/>
                    </a:lnTo>
                    <a:cubicBezTo>
                      <a:pt x="522669" y="610791"/>
                      <a:pt x="542925" y="590534"/>
                      <a:pt x="542925" y="565547"/>
                    </a:cubicBezTo>
                    <a:lnTo>
                      <a:pt x="542925" y="248841"/>
                    </a:lnTo>
                    <a:cubicBezTo>
                      <a:pt x="542925" y="223853"/>
                      <a:pt x="522669" y="203597"/>
                      <a:pt x="497681" y="203597"/>
                    </a:cubicBezTo>
                    <a:close/>
                    <a:moveTo>
                      <a:pt x="180975" y="135731"/>
                    </a:moveTo>
                    <a:cubicBezTo>
                      <a:pt x="180975" y="85756"/>
                      <a:pt x="221488" y="45244"/>
                      <a:pt x="271462" y="45244"/>
                    </a:cubicBezTo>
                    <a:cubicBezTo>
                      <a:pt x="321437" y="45244"/>
                      <a:pt x="361950" y="85756"/>
                      <a:pt x="361950" y="135731"/>
                    </a:cubicBezTo>
                    <a:lnTo>
                      <a:pt x="361950" y="203597"/>
                    </a:lnTo>
                    <a:lnTo>
                      <a:pt x="180975" y="203597"/>
                    </a:lnTo>
                    <a:close/>
                    <a:moveTo>
                      <a:pt x="497681" y="565547"/>
                    </a:moveTo>
                    <a:lnTo>
                      <a:pt x="45244" y="565547"/>
                    </a:lnTo>
                    <a:lnTo>
                      <a:pt x="45244" y="248841"/>
                    </a:lnTo>
                    <a:lnTo>
                      <a:pt x="497681" y="248841"/>
                    </a:lnTo>
                    <a:lnTo>
                      <a:pt x="497681" y="565547"/>
                    </a:lnTo>
                    <a:close/>
                    <a:moveTo>
                      <a:pt x="271462" y="294084"/>
                    </a:moveTo>
                    <a:cubicBezTo>
                      <a:pt x="232160" y="294098"/>
                      <a:pt x="198817" y="322939"/>
                      <a:pt x="193142" y="361830"/>
                    </a:cubicBezTo>
                    <a:cubicBezTo>
                      <a:pt x="187468" y="400720"/>
                      <a:pt x="211181" y="437887"/>
                      <a:pt x="248841" y="449129"/>
                    </a:cubicBezTo>
                    <a:lnTo>
                      <a:pt x="248841" y="497681"/>
                    </a:lnTo>
                    <a:cubicBezTo>
                      <a:pt x="248841" y="510175"/>
                      <a:pt x="258969" y="520303"/>
                      <a:pt x="271462" y="520303"/>
                    </a:cubicBezTo>
                    <a:cubicBezTo>
                      <a:pt x="283956" y="520303"/>
                      <a:pt x="294084" y="510175"/>
                      <a:pt x="294084" y="497681"/>
                    </a:cubicBezTo>
                    <a:lnTo>
                      <a:pt x="294084" y="449129"/>
                    </a:lnTo>
                    <a:cubicBezTo>
                      <a:pt x="331744" y="437887"/>
                      <a:pt x="355457" y="400720"/>
                      <a:pt x="349783" y="361830"/>
                    </a:cubicBezTo>
                    <a:cubicBezTo>
                      <a:pt x="344108" y="322939"/>
                      <a:pt x="310765" y="294098"/>
                      <a:pt x="271462" y="294084"/>
                    </a:cubicBezTo>
                    <a:close/>
                    <a:moveTo>
                      <a:pt x="271462" y="407194"/>
                    </a:moveTo>
                    <a:cubicBezTo>
                      <a:pt x="252722" y="407194"/>
                      <a:pt x="237530" y="392002"/>
                      <a:pt x="237530" y="373261"/>
                    </a:cubicBezTo>
                    <a:cubicBezTo>
                      <a:pt x="237530" y="354520"/>
                      <a:pt x="252722" y="339328"/>
                      <a:pt x="271462" y="339328"/>
                    </a:cubicBezTo>
                    <a:cubicBezTo>
                      <a:pt x="290203" y="339328"/>
                      <a:pt x="305395" y="354520"/>
                      <a:pt x="305395" y="373261"/>
                    </a:cubicBezTo>
                    <a:cubicBezTo>
                      <a:pt x="305395" y="392002"/>
                      <a:pt x="290203" y="407194"/>
                      <a:pt x="271462" y="407194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6697980" y="3116580"/>
              <a:ext cx="189107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AES-256-GCM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01790" y="3644265"/>
              <a:ext cx="22059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加密并校验音频内容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03695" y="4193858"/>
              <a:ext cx="31222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用于下行音频与本地密文缓存。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03695" y="4593908"/>
              <a:ext cx="37823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下行解密成功后，也要核对播放身份。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03695" y="4993958"/>
              <a:ext cx="29022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局域网直连不替代这些检查。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609600" y="5695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19211F"/>
            </a:solidFill>
            <a:ln w="19050">
              <a:solidFill>
                <a:srgbClr val="CBD2CE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88645" y="5898832"/>
              <a:ext cx="850196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设备通信密钥与 Mac 缓存密钥分开保存。公开课不要展示密钥、录音或真实任务内容。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817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26 / 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30" name="Group 30"/>
          <p:cNvGrpSpPr/>
          <p:nvPr/>
        </p:nvGrpSpPr>
        <p:grpSpPr>
          <a:xfrm>
            <a:off x="573405" y="392906"/>
            <a:ext cx="11008995" cy="6265069"/>
            <a:chOff x="573405" y="392906"/>
            <a:chExt cx="11008995" cy="6265069"/>
          </a:xfrm>
        </p:grpSpPr>
        <p:sp>
          <p:nvSpPr>
            <p:cNvPr id="3" name="TextBox 3"/>
            <p:cNvSpPr txBox="1"/>
            <p:nvPr/>
          </p:nvSpPr>
          <p:spPr>
            <a:xfrm>
              <a:off x="595312" y="3929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原理 6 / 10 · 版本与播放身份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3405" y="721042"/>
              <a:ext cx="605813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重新连接，不会自动删掉未听内容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8645" y="1269682"/>
              <a:ext cx="55866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摘要版本回答“哪段内容”，播放租约回答“哪一次播放”。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01040" y="20916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示例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588895" y="2107882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摘要版本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98720" y="2107882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播放身份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03795" y="2107882"/>
              <a:ext cx="147208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Host 如何处理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609600" y="2514600"/>
              <a:ext cx="10972800" cy="2457450"/>
            </a:xfrm>
            <a:custGeom>
              <a:avLst/>
              <a:gdLst/>
              <a:ahLst/>
              <a:cxnLst/>
              <a:rect l="l" t="t" r="r" b="b"/>
              <a:pathLst>
                <a:path w="10972800" h="2457450">
                  <a:moveTo>
                    <a:pt x="0" y="0"/>
                  </a:moveTo>
                  <a:lnTo>
                    <a:pt x="10972800" y="0"/>
                  </a:lnTo>
                  <a:moveTo>
                    <a:pt x="0" y="819150"/>
                  </a:moveTo>
                  <a:lnTo>
                    <a:pt x="10972800" y="819150"/>
                  </a:lnTo>
                  <a:moveTo>
                    <a:pt x="0" y="1638300"/>
                  </a:moveTo>
                  <a:lnTo>
                    <a:pt x="10972800" y="1638300"/>
                  </a:lnTo>
                  <a:moveTo>
                    <a:pt x="0" y="2457450"/>
                  </a:moveTo>
                  <a:lnTo>
                    <a:pt x="10972800" y="2457450"/>
                  </a:lnTo>
                </a:path>
              </a:pathLst>
            </a:custGeom>
            <a:solidFill>
              <a:srgbClr val="19211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01040" y="2825115"/>
              <a:ext cx="9006840" cy="2823210"/>
              <a:chOff x="701040" y="2825115"/>
              <a:chExt cx="9006840" cy="2823210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701040" y="2825115"/>
                <a:ext cx="124587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第一次播放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920365" y="2825115"/>
                <a:ext cx="17773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7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454015" y="2825115"/>
                <a:ext cx="17773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01890" y="2825115"/>
                <a:ext cx="196596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未播完，仍为未听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01040" y="3644265"/>
                <a:ext cx="124587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断电后重连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920365" y="3644265"/>
                <a:ext cx="17773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7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454015" y="3644265"/>
                <a:ext cx="17773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501890" y="3644265"/>
                <a:ext cx="220599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同一内容，重新请求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01040" y="4463415"/>
                <a:ext cx="144989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A 的迟到回执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920365" y="4463415"/>
                <a:ext cx="17773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7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454015" y="4463415"/>
                <a:ext cx="17773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501890" y="4463415"/>
                <a:ext cx="200196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D65C4A"/>
                    </a:solidFill>
                    <a:latin typeface="Arial"/>
                    <a:ea typeface="Microsoft YaHei"/>
                    <a:cs typeface="Arial"/>
                  </a:rPr>
                  <a:t>不能算作 B 已听完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01040" y="5282565"/>
                <a:ext cx="120986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B 完整播放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920365" y="5282565"/>
                <a:ext cx="17773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7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454015" y="5282565"/>
                <a:ext cx="17773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501890" y="5282565"/>
                <a:ext cx="220599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E9668"/>
                    </a:solidFill>
                    <a:latin typeface="Arial"/>
                    <a:ea typeface="Microsoft YaHei"/>
                    <a:cs typeface="Arial"/>
                  </a:rPr>
                  <a:t>身份匹配，标记已听</a:t>
                </a: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588645" y="5898832"/>
              <a:ext cx="867798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新摘要完整发布后才替换旧版。这里的 A/B 是教学示例，实际还会核对连接编号和租约。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817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27 / 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32" name="Group 32"/>
          <p:cNvGrpSpPr/>
          <p:nvPr/>
        </p:nvGrpSpPr>
        <p:grpSpPr>
          <a:xfrm>
            <a:off x="573405" y="392906"/>
            <a:ext cx="11008995" cy="6265069"/>
            <a:chOff x="573405" y="392906"/>
            <a:chExt cx="11008995" cy="6265069"/>
          </a:xfrm>
        </p:grpSpPr>
        <p:sp>
          <p:nvSpPr>
            <p:cNvPr id="3" name="TextBox 3"/>
            <p:cNvSpPr txBox="1"/>
            <p:nvPr/>
          </p:nvSpPr>
          <p:spPr>
            <a:xfrm>
              <a:off x="595312" y="392906"/>
              <a:ext cx="17462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原理 7 / 10 · FIFO 与并行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3405" y="721042"/>
              <a:ext cx="685623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一个任务排一队，最多四个任务同时跑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8645" y="1269682"/>
              <a:ext cx="708279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队列按任务划分；两个槽绑定同一个任务，也不会让这个任务并发执行。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362200" y="195262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正在执行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162550" y="195262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随后执行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734300" y="195262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再下一条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586740" y="2634615"/>
              <a:ext cx="729806" cy="2651760"/>
              <a:chOff x="586740" y="2634615"/>
              <a:chExt cx="729806" cy="2651760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586740" y="2634615"/>
                <a:ext cx="66979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任务 1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86740" y="3396615"/>
                <a:ext cx="72980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任务 2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86740" y="4158615"/>
                <a:ext cx="72980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任务 3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86740" y="4920615"/>
                <a:ext cx="72980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任务 4</a:t>
                </a:r>
              </a:p>
            </p:txBody>
          </p:sp>
        </p:grpSp>
        <p:sp>
          <p:nvSpPr>
            <p:cNvPr id="14" name="Rectangle 14"/>
            <p:cNvSpPr/>
            <p:nvPr/>
          </p:nvSpPr>
          <p:spPr>
            <a:xfrm>
              <a:off x="2057400" y="2419350"/>
              <a:ext cx="2286000" cy="609600"/>
            </a:xfrm>
            <a:prstGeom prst="roundRect">
              <a:avLst>
                <a:gd name="adj" fmla="val 9375"/>
              </a:avLst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781550" y="2419350"/>
              <a:ext cx="2286000" cy="6096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9525">
              <a:solidFill>
                <a:srgbClr val="CBD2CE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05700" y="2419350"/>
              <a:ext cx="2286000" cy="6096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9525">
              <a:solidFill>
                <a:srgbClr val="CBD2CE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057400" y="3943350"/>
              <a:ext cx="2286000" cy="609600"/>
            </a:xfrm>
            <a:prstGeom prst="roundRect">
              <a:avLst>
                <a:gd name="adj" fmla="val 9375"/>
              </a:avLst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057400" y="4705350"/>
              <a:ext cx="2286000" cy="609600"/>
            </a:xfrm>
            <a:prstGeom prst="roundRect">
              <a:avLst>
                <a:gd name="adj" fmla="val 9375"/>
              </a:avLst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781550" y="4705350"/>
              <a:ext cx="2286000" cy="6096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9525">
              <a:solidFill>
                <a:srgbClr val="CBD2CE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2835497" y="2615565"/>
              <a:ext cx="6178106" cy="2651760"/>
              <a:chOff x="2835497" y="2615565"/>
              <a:chExt cx="6178106" cy="265176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2835497" y="2615565"/>
                <a:ext cx="72980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要求 A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559647" y="2615565"/>
                <a:ext cx="72980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要求 B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283797" y="2615565"/>
                <a:ext cx="72980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要求 C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835497" y="4139565"/>
                <a:ext cx="72980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要求 A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835497" y="4901565"/>
                <a:ext cx="72980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要求 A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559647" y="4901565"/>
                <a:ext cx="72980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要求 B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2501265" y="3396615"/>
              <a:ext cx="5257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空闲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09600" y="56864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19211F"/>
            </a:solidFill>
            <a:ln w="19050">
              <a:solidFill>
                <a:srgbClr val="CBD2CE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666750" y="5972175"/>
              <a:ext cx="285750" cy="285750"/>
            </a:xfrm>
            <a:prstGeom prst="ellipse">
              <a:avLst/>
            </a:prstGeom>
            <a:solidFill>
              <a:srgbClr val="7A4DB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20140" y="6006465"/>
              <a:ext cx="673055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示例：3 个任务运行，第五灯为紫色；排队数量不算运行数量。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817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28 / 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573405" y="392906"/>
            <a:ext cx="10214610" cy="6265069"/>
            <a:chOff x="573405" y="392906"/>
            <a:chExt cx="10214610" cy="6265069"/>
          </a:xfrm>
        </p:grpSpPr>
        <p:sp>
          <p:nvSpPr>
            <p:cNvPr id="3" name="TextBox 3"/>
            <p:cNvSpPr txBox="1"/>
            <p:nvPr/>
          </p:nvSpPr>
          <p:spPr>
            <a:xfrm>
              <a:off x="595312" y="3929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原理 8 / 10 · 完成与音频就绪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3405" y="721042"/>
              <a:ext cx="645718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任务结束后，还要等总结和语音生成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8645" y="1269682"/>
              <a:ext cx="73908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task_complete 是触发点。进程退出、暂时没输出，都不能代替完成事件。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1228725" y="2266950"/>
              <a:ext cx="9525" cy="2981325"/>
            </a:xfrm>
            <a:custGeom>
              <a:avLst/>
              <a:gdLst/>
              <a:ahLst/>
              <a:cxnLst/>
              <a:rect l="l" t="t" r="r" b="b"/>
              <a:pathLst>
                <a:path w="9525" h="2981325">
                  <a:moveTo>
                    <a:pt x="0" y="0"/>
                  </a:moveTo>
                  <a:lnTo>
                    <a:pt x="0" y="2981325"/>
                  </a:lnTo>
                </a:path>
              </a:pathLst>
            </a:custGeom>
            <a:solidFill>
              <a:srgbClr val="19211F"/>
            </a:solidFill>
            <a:ln w="28575">
              <a:solidFill>
                <a:srgbClr val="CBD2CE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000125" y="2219325"/>
              <a:ext cx="457200" cy="457200"/>
            </a:xfrm>
            <a:prstGeom prst="ellipse">
              <a:avLst/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00125" y="3409950"/>
              <a:ext cx="457200" cy="457200"/>
            </a:xfrm>
            <a:prstGeom prst="ellipse">
              <a:avLst/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00125" y="4600575"/>
              <a:ext cx="457200" cy="457200"/>
            </a:xfrm>
            <a:prstGeom prst="ellipse">
              <a:avLst/>
            </a:prstGeom>
            <a:solidFill>
              <a:srgbClr val="1E9668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147262" y="2346008"/>
              <a:ext cx="162925" cy="2716530"/>
              <a:chOff x="1147262" y="2346008"/>
              <a:chExt cx="162925" cy="2716530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1174766" y="2346008"/>
                <a:ext cx="10791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47262" y="3536632"/>
                <a:ext cx="16292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47262" y="4727258"/>
                <a:ext cx="16292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735455" y="2306955"/>
              <a:ext cx="211159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观察到任务完成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41170" y="2774632"/>
              <a:ext cx="37823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更新运行数，读取本次助手最终回复。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35455" y="3497580"/>
              <a:ext cx="26261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Luna High 重新提炼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41170" y="3965258"/>
              <a:ext cx="35623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带上旧未听内容；长度跟随信息量。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35455" y="4688205"/>
              <a:ext cx="268496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TTS 和缓存发布完成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41170" y="5155882"/>
              <a:ext cx="37823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对应信箱灯亮起，现在才有音频可听。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7239000" y="2047875"/>
              <a:ext cx="9525" cy="3343275"/>
            </a:xfrm>
            <a:custGeom>
              <a:avLst/>
              <a:gdLst/>
              <a:ahLst/>
              <a:cxnLst/>
              <a:rect l="l" t="t" r="r" b="b"/>
              <a:pathLst>
                <a:path w="9525" h="3343275">
                  <a:moveTo>
                    <a:pt x="0" y="0"/>
                  </a:moveTo>
                  <a:lnTo>
                    <a:pt x="0" y="3343275"/>
                  </a:lnTo>
                </a:path>
              </a:pathLst>
            </a:custGeom>
            <a:solidFill>
              <a:srgbClr val="19211F"/>
            </a:solidFill>
            <a:ln w="19050">
              <a:solidFill>
                <a:srgbClr val="CBD2CE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63815" y="2377440"/>
              <a:ext cx="159571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完成 ≠ 做成功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65720" y="2822258"/>
              <a:ext cx="2682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最终回复也可能报告失败、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65720" y="3165158"/>
              <a:ext cx="2682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限制或等待你处理的问题。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63815" y="3930015"/>
              <a:ext cx="167132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没有固定 15 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65720" y="4374832"/>
              <a:ext cx="31222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短确认不扩写，复杂结果多讲。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65720" y="4717732"/>
              <a:ext cx="29022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当前单条音频上限为 150 秒。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8645" y="5851208"/>
              <a:ext cx="810591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灯没有亮时，按完成事件、总结、TTS、缓存发布的顺序查，不先认定是按键坏了。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817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29 / 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573405" y="392906"/>
            <a:ext cx="11008995" cy="6265069"/>
            <a:chOff x="573405" y="392906"/>
            <a:chExt cx="11008995" cy="6265069"/>
          </a:xfrm>
        </p:grpSpPr>
        <p:sp>
          <p:nvSpPr>
            <p:cNvPr id="3" name="TextBox 3"/>
            <p:cNvSpPr txBox="1"/>
            <p:nvPr/>
          </p:nvSpPr>
          <p:spPr>
            <a:xfrm>
              <a:off x="595312" y="39290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原理 9 / 10 · 播放与已听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3405" y="721042"/>
              <a:ext cx="605813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先播起来，播完确认后再清理缓存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8645" y="1269682"/>
              <a:ext cx="66977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整段分配 PSRAM，不等于整段收完才播。当前已经使用预缓冲播放。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86740" y="23012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接收数据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2533650" y="2200275"/>
              <a:ext cx="1743075" cy="495300"/>
            </a:xfrm>
            <a:prstGeom prst="rect">
              <a:avLst/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276725" y="2200275"/>
              <a:ext cx="4895850" cy="495300"/>
            </a:xfrm>
            <a:prstGeom prst="rect">
              <a:avLst/>
            </a:prstGeom>
            <a:solidFill>
              <a:srgbClr val="CBD2C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588895" y="2879408"/>
              <a:ext cx="11640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达到 24 KiB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46345" y="2346008"/>
              <a:ext cx="18021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继续接收剩余部分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6740" y="36156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扬声器播放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276725" y="3514725"/>
              <a:ext cx="6286500" cy="495300"/>
            </a:xfrm>
            <a:prstGeom prst="rect">
              <a:avLst/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465570" y="3660458"/>
              <a:ext cx="15821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边收边解码播放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276725" y="2762250"/>
              <a:ext cx="6286500" cy="1771650"/>
            </a:xfrm>
            <a:custGeom>
              <a:avLst/>
              <a:gdLst/>
              <a:ahLst/>
              <a:cxnLst/>
              <a:rect l="l" t="t" r="r" b="b"/>
              <a:pathLst>
                <a:path w="6286500" h="1771650">
                  <a:moveTo>
                    <a:pt x="0" y="0"/>
                  </a:moveTo>
                  <a:lnTo>
                    <a:pt x="0" y="1438275"/>
                  </a:lnTo>
                  <a:moveTo>
                    <a:pt x="6286500" y="1343025"/>
                  </a:moveTo>
                  <a:lnTo>
                    <a:pt x="6286500" y="1771650"/>
                  </a:lnTo>
                </a:path>
              </a:pathLst>
            </a:custGeom>
            <a:solidFill>
              <a:srgbClr val="19211F"/>
            </a:solidFill>
            <a:ln w="19050">
              <a:solidFill>
                <a:srgbClr val="5D6864"/>
              </a:solidFill>
              <a:custDash>
                <a:ds d="300000" sp="300000"/>
              </a:custDash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03845" y="4708208"/>
              <a:ext cx="284891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播放完成 + 匹配身份的回执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03845" y="5079682"/>
              <a:ext cx="213217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Host 才标记本条已听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8645" y="4717732"/>
              <a:ext cx="33423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短于预缓冲的音频，收完后播放。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8645" y="5089208"/>
              <a:ext cx="422243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慢网仍可能等待或失败，不能保证不断音。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09600" y="5600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19211F"/>
            </a:solidFill>
            <a:ln w="19050">
              <a:solidFill>
                <a:srgbClr val="CBD2C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8645" y="5803582"/>
              <a:ext cx="81719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PTT 抢占或断电时保留未读。拔电后物理灯会灭，重连后再同步仍未听的信箱状态。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8170" y="6475095"/>
              <a:ext cx="24831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30 / 47 · 时间条为流程示意，不代表实际延迟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30" name="Group 30"/>
          <p:cNvGrpSpPr/>
          <p:nvPr/>
        </p:nvGrpSpPr>
        <p:grpSpPr>
          <a:xfrm>
            <a:off x="573405" y="392906"/>
            <a:ext cx="11008995" cy="6265069"/>
            <a:chOff x="573405" y="392906"/>
            <a:chExt cx="11008995" cy="6265069"/>
          </a:xfrm>
        </p:grpSpPr>
        <p:sp>
          <p:nvSpPr>
            <p:cNvPr id="3" name="TextBox 3"/>
            <p:cNvSpPr txBox="1"/>
            <p:nvPr/>
          </p:nvSpPr>
          <p:spPr>
            <a:xfrm>
              <a:off x="595312" y="392906"/>
              <a:ext cx="15737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原理 10 / 10 · 后台服务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3405" y="721042"/>
              <a:ext cx="555932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关掉 App 窗口，Host 继续工作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8645" y="1269682"/>
              <a:ext cx="704978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Host 是用户登录后运行的 LaunchAgent。桌面窗口不是后台服务本身。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112044" y="2316956"/>
              <a:ext cx="557212" cy="514350"/>
              <a:chOff x="1112044" y="2316956"/>
              <a:chExt cx="557212" cy="51435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33475" y="2338388"/>
                <a:ext cx="514350" cy="278606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278606">
                    <a:moveTo>
                      <a:pt x="514350" y="42862"/>
                    </a:moveTo>
                    <a:lnTo>
                      <a:pt x="514350" y="278606"/>
                    </a:lnTo>
                    <a:lnTo>
                      <a:pt x="0" y="278606"/>
                    </a:lnTo>
                    <a:lnTo>
                      <a:pt x="0" y="42862"/>
                    </a:lnTo>
                    <a:cubicBezTo>
                      <a:pt x="0" y="19190"/>
                      <a:pt x="19190" y="0"/>
                      <a:pt x="42862" y="0"/>
                    </a:cubicBezTo>
                    <a:lnTo>
                      <a:pt x="471488" y="0"/>
                    </a:lnTo>
                    <a:cubicBezTo>
                      <a:pt x="495160" y="0"/>
                      <a:pt x="514350" y="19190"/>
                      <a:pt x="514350" y="42862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12044" y="2316956"/>
                <a:ext cx="557212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557212" h="514350">
                    <a:moveTo>
                      <a:pt x="492919" y="0"/>
                    </a:moveTo>
                    <a:lnTo>
                      <a:pt x="64294" y="0"/>
                    </a:lnTo>
                    <a:cubicBezTo>
                      <a:pt x="28785" y="0"/>
                      <a:pt x="0" y="28785"/>
                      <a:pt x="0" y="64294"/>
                    </a:cubicBezTo>
                    <a:lnTo>
                      <a:pt x="0" y="364331"/>
                    </a:lnTo>
                    <a:cubicBezTo>
                      <a:pt x="0" y="399840"/>
                      <a:pt x="28785" y="428625"/>
                      <a:pt x="64294" y="428625"/>
                    </a:cubicBezTo>
                    <a:lnTo>
                      <a:pt x="257175" y="428625"/>
                    </a:lnTo>
                    <a:lnTo>
                      <a:pt x="257175" y="471488"/>
                    </a:lnTo>
                    <a:lnTo>
                      <a:pt x="192881" y="471488"/>
                    </a:lnTo>
                    <a:cubicBezTo>
                      <a:pt x="181045" y="471488"/>
                      <a:pt x="171450" y="481083"/>
                      <a:pt x="171450" y="492919"/>
                    </a:cubicBezTo>
                    <a:cubicBezTo>
                      <a:pt x="171450" y="504755"/>
                      <a:pt x="181045" y="514350"/>
                      <a:pt x="192881" y="514350"/>
                    </a:cubicBezTo>
                    <a:lnTo>
                      <a:pt x="364331" y="514350"/>
                    </a:lnTo>
                    <a:cubicBezTo>
                      <a:pt x="376167" y="514350"/>
                      <a:pt x="385762" y="504755"/>
                      <a:pt x="385762" y="492919"/>
                    </a:cubicBezTo>
                    <a:cubicBezTo>
                      <a:pt x="385762" y="481083"/>
                      <a:pt x="376167" y="471488"/>
                      <a:pt x="364331" y="471488"/>
                    </a:cubicBezTo>
                    <a:lnTo>
                      <a:pt x="300038" y="471488"/>
                    </a:lnTo>
                    <a:lnTo>
                      <a:pt x="300038" y="428625"/>
                    </a:lnTo>
                    <a:lnTo>
                      <a:pt x="492919" y="428625"/>
                    </a:lnTo>
                    <a:cubicBezTo>
                      <a:pt x="528427" y="428625"/>
                      <a:pt x="557212" y="399840"/>
                      <a:pt x="557212" y="364331"/>
                    </a:cubicBezTo>
                    <a:lnTo>
                      <a:pt x="557212" y="64294"/>
                    </a:lnTo>
                    <a:cubicBezTo>
                      <a:pt x="557212" y="28785"/>
                      <a:pt x="528427" y="0"/>
                      <a:pt x="492919" y="0"/>
                    </a:cubicBezTo>
                    <a:close/>
                    <a:moveTo>
                      <a:pt x="64294" y="42862"/>
                    </a:moveTo>
                    <a:lnTo>
                      <a:pt x="492919" y="42862"/>
                    </a:lnTo>
                    <a:cubicBezTo>
                      <a:pt x="504755" y="42862"/>
                      <a:pt x="514350" y="52458"/>
                      <a:pt x="514350" y="64294"/>
                    </a:cubicBezTo>
                    <a:lnTo>
                      <a:pt x="514350" y="278606"/>
                    </a:lnTo>
                    <a:lnTo>
                      <a:pt x="42862" y="278606"/>
                    </a:lnTo>
                    <a:lnTo>
                      <a:pt x="42862" y="64294"/>
                    </a:lnTo>
                    <a:cubicBezTo>
                      <a:pt x="42862" y="52458"/>
                      <a:pt x="52458" y="42862"/>
                      <a:pt x="64294" y="42862"/>
                    </a:cubicBezTo>
                    <a:close/>
                    <a:moveTo>
                      <a:pt x="492919" y="385762"/>
                    </a:moveTo>
                    <a:lnTo>
                      <a:pt x="64294" y="385762"/>
                    </a:lnTo>
                    <a:cubicBezTo>
                      <a:pt x="52458" y="385762"/>
                      <a:pt x="42862" y="376167"/>
                      <a:pt x="42862" y="364331"/>
                    </a:cubicBezTo>
                    <a:lnTo>
                      <a:pt x="42862" y="321469"/>
                    </a:lnTo>
                    <a:lnTo>
                      <a:pt x="514350" y="321469"/>
                    </a:lnTo>
                    <a:lnTo>
                      <a:pt x="514350" y="364331"/>
                    </a:lnTo>
                    <a:cubicBezTo>
                      <a:pt x="514350" y="376167"/>
                      <a:pt x="504755" y="385762"/>
                      <a:pt x="492919" y="385762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792480" y="3135630"/>
              <a:ext cx="121478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桌面 App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8195" y="3612832"/>
              <a:ext cx="15821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选择并绑定任务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8195" y="3955732"/>
              <a:ext cx="20221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查看队列与未听次数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2943225" y="2676525"/>
              <a:ext cx="6200775" cy="9525"/>
            </a:xfrm>
            <a:custGeom>
              <a:avLst/>
              <a:gdLst/>
              <a:ahLst/>
              <a:cxnLst/>
              <a:rect l="l" t="t" r="r" b="b"/>
              <a:pathLst>
                <a:path w="6200775" h="9525">
                  <a:moveTo>
                    <a:pt x="0" y="0"/>
                  </a:moveTo>
                  <a:lnTo>
                    <a:pt x="1047750" y="0"/>
                  </a:lnTo>
                  <a:moveTo>
                    <a:pt x="5229225" y="0"/>
                  </a:moveTo>
                  <a:lnTo>
                    <a:pt x="6200775" y="0"/>
                  </a:lnTo>
                </a:path>
              </a:pathLst>
            </a:custGeom>
            <a:solidFill>
              <a:srgbClr val="19211F"/>
            </a:solidFill>
            <a:ln w="28575">
              <a:solidFill>
                <a:srgbClr val="CBD2CE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181475" y="1971675"/>
              <a:ext cx="3790950" cy="2800350"/>
            </a:xfrm>
            <a:prstGeom prst="roundRect">
              <a:avLst>
                <a:gd name="adj" fmla="val 2041"/>
              </a:avLst>
            </a:prstGeom>
            <a:solidFill>
              <a:srgbClr val="19211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667494" y="2305294"/>
              <a:ext cx="437725" cy="437725"/>
              <a:chOff x="4667494" y="2305294"/>
              <a:chExt cx="437725" cy="4377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685008" y="2322766"/>
                <a:ext cx="402821" cy="402842"/>
              </a:xfrm>
              <a:custGeom>
                <a:avLst/>
                <a:gdLst/>
                <a:ahLst/>
                <a:cxnLst/>
                <a:rect l="l" t="t" r="r" b="b"/>
                <a:pathLst>
                  <a:path w="402821" h="402842">
                    <a:moveTo>
                      <a:pt x="367713" y="191316"/>
                    </a:moveTo>
                    <a:lnTo>
                      <a:pt x="402675" y="147560"/>
                    </a:lnTo>
                    <a:cubicBezTo>
                      <a:pt x="397960" y="129833"/>
                      <a:pt x="390904" y="112813"/>
                      <a:pt x="381694" y="96950"/>
                    </a:cubicBezTo>
                    <a:lnTo>
                      <a:pt x="326062" y="90699"/>
                    </a:lnTo>
                    <a:cubicBezTo>
                      <a:pt x="321617" y="85692"/>
                      <a:pt x="316879" y="80954"/>
                      <a:pt x="311872" y="76510"/>
                    </a:cubicBezTo>
                    <a:lnTo>
                      <a:pt x="305622" y="20857"/>
                    </a:lnTo>
                    <a:cubicBezTo>
                      <a:pt x="289741" y="11702"/>
                      <a:pt x="272715" y="4696"/>
                      <a:pt x="254990" y="21"/>
                    </a:cubicBezTo>
                    <a:lnTo>
                      <a:pt x="211235" y="34963"/>
                    </a:lnTo>
                    <a:cubicBezTo>
                      <a:pt x="204545" y="34567"/>
                      <a:pt x="197838" y="34567"/>
                      <a:pt x="191149" y="34963"/>
                    </a:cubicBezTo>
                    <a:lnTo>
                      <a:pt x="147393" y="0"/>
                    </a:lnTo>
                    <a:cubicBezTo>
                      <a:pt x="129724" y="4730"/>
                      <a:pt x="112761" y="11785"/>
                      <a:pt x="96950" y="20982"/>
                    </a:cubicBezTo>
                    <a:lnTo>
                      <a:pt x="90699" y="76614"/>
                    </a:lnTo>
                    <a:cubicBezTo>
                      <a:pt x="85692" y="81058"/>
                      <a:pt x="80954" y="85796"/>
                      <a:pt x="76510" y="90803"/>
                    </a:cubicBezTo>
                    <a:lnTo>
                      <a:pt x="20857" y="97054"/>
                    </a:lnTo>
                    <a:cubicBezTo>
                      <a:pt x="11702" y="112935"/>
                      <a:pt x="4696" y="129961"/>
                      <a:pt x="21" y="147685"/>
                    </a:cubicBezTo>
                    <a:lnTo>
                      <a:pt x="34963" y="191441"/>
                    </a:lnTo>
                    <a:cubicBezTo>
                      <a:pt x="34567" y="198130"/>
                      <a:pt x="34567" y="204837"/>
                      <a:pt x="34963" y="211526"/>
                    </a:cubicBezTo>
                    <a:lnTo>
                      <a:pt x="0" y="255282"/>
                    </a:lnTo>
                    <a:cubicBezTo>
                      <a:pt x="4716" y="273009"/>
                      <a:pt x="11772" y="290029"/>
                      <a:pt x="20982" y="305892"/>
                    </a:cubicBezTo>
                    <a:lnTo>
                      <a:pt x="76614" y="312143"/>
                    </a:lnTo>
                    <a:cubicBezTo>
                      <a:pt x="81058" y="317150"/>
                      <a:pt x="85796" y="321888"/>
                      <a:pt x="90803" y="326332"/>
                    </a:cubicBezTo>
                    <a:lnTo>
                      <a:pt x="97054" y="381985"/>
                    </a:lnTo>
                    <a:cubicBezTo>
                      <a:pt x="112935" y="391140"/>
                      <a:pt x="129961" y="398146"/>
                      <a:pt x="147685" y="402821"/>
                    </a:cubicBezTo>
                    <a:lnTo>
                      <a:pt x="191441" y="367879"/>
                    </a:lnTo>
                    <a:cubicBezTo>
                      <a:pt x="198130" y="368275"/>
                      <a:pt x="204837" y="368275"/>
                      <a:pt x="211526" y="367879"/>
                    </a:cubicBezTo>
                    <a:lnTo>
                      <a:pt x="255282" y="402842"/>
                    </a:lnTo>
                    <a:cubicBezTo>
                      <a:pt x="273009" y="398126"/>
                      <a:pt x="290029" y="391070"/>
                      <a:pt x="305892" y="381860"/>
                    </a:cubicBezTo>
                    <a:lnTo>
                      <a:pt x="312143" y="326228"/>
                    </a:lnTo>
                    <a:cubicBezTo>
                      <a:pt x="317150" y="321784"/>
                      <a:pt x="321888" y="317046"/>
                      <a:pt x="326332" y="312039"/>
                    </a:cubicBezTo>
                    <a:lnTo>
                      <a:pt x="381985" y="305788"/>
                    </a:lnTo>
                    <a:cubicBezTo>
                      <a:pt x="391140" y="289907"/>
                      <a:pt x="398146" y="272881"/>
                      <a:pt x="402821" y="255157"/>
                    </a:cubicBezTo>
                    <a:lnTo>
                      <a:pt x="367879" y="211401"/>
                    </a:lnTo>
                    <a:cubicBezTo>
                      <a:pt x="368220" y="204709"/>
                      <a:pt x="368164" y="198002"/>
                      <a:pt x="367713" y="191316"/>
                    </a:cubicBezTo>
                    <a:close/>
                    <a:moveTo>
                      <a:pt x="201317" y="284702"/>
                    </a:moveTo>
                    <a:cubicBezTo>
                      <a:pt x="155287" y="284702"/>
                      <a:pt x="117973" y="247388"/>
                      <a:pt x="117973" y="201358"/>
                    </a:cubicBezTo>
                    <a:cubicBezTo>
                      <a:pt x="117973" y="155329"/>
                      <a:pt x="155287" y="118015"/>
                      <a:pt x="201317" y="118015"/>
                    </a:cubicBezTo>
                    <a:cubicBezTo>
                      <a:pt x="247346" y="118015"/>
                      <a:pt x="284661" y="155329"/>
                      <a:pt x="284661" y="201358"/>
                    </a:cubicBezTo>
                    <a:cubicBezTo>
                      <a:pt x="284661" y="247388"/>
                      <a:pt x="247346" y="284702"/>
                      <a:pt x="201317" y="284702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667494" y="2305294"/>
                <a:ext cx="437725" cy="437725"/>
              </a:xfrm>
              <a:custGeom>
                <a:avLst/>
                <a:gdLst/>
                <a:ahLst/>
                <a:cxnLst/>
                <a:rect l="l" t="t" r="r" b="b"/>
                <a:pathLst>
                  <a:path w="437725" h="437725">
                    <a:moveTo>
                      <a:pt x="218831" y="118819"/>
                    </a:moveTo>
                    <a:cubicBezTo>
                      <a:pt x="163596" y="118819"/>
                      <a:pt x="118819" y="163596"/>
                      <a:pt x="118819" y="218831"/>
                    </a:cubicBezTo>
                    <a:cubicBezTo>
                      <a:pt x="118819" y="274067"/>
                      <a:pt x="163596" y="318844"/>
                      <a:pt x="218831" y="318844"/>
                    </a:cubicBezTo>
                    <a:cubicBezTo>
                      <a:pt x="274067" y="318844"/>
                      <a:pt x="318844" y="274067"/>
                      <a:pt x="318844" y="218831"/>
                    </a:cubicBezTo>
                    <a:cubicBezTo>
                      <a:pt x="318786" y="163620"/>
                      <a:pt x="274043" y="118876"/>
                      <a:pt x="218831" y="118819"/>
                    </a:cubicBezTo>
                    <a:close/>
                    <a:moveTo>
                      <a:pt x="218831" y="285506"/>
                    </a:moveTo>
                    <a:cubicBezTo>
                      <a:pt x="182008" y="285506"/>
                      <a:pt x="152156" y="255655"/>
                      <a:pt x="152156" y="218831"/>
                    </a:cubicBezTo>
                    <a:cubicBezTo>
                      <a:pt x="152156" y="182008"/>
                      <a:pt x="182008" y="152156"/>
                      <a:pt x="218831" y="152156"/>
                    </a:cubicBezTo>
                    <a:cubicBezTo>
                      <a:pt x="255655" y="152156"/>
                      <a:pt x="285506" y="182008"/>
                      <a:pt x="285506" y="218831"/>
                    </a:cubicBezTo>
                    <a:cubicBezTo>
                      <a:pt x="285506" y="255655"/>
                      <a:pt x="255655" y="285506"/>
                      <a:pt x="218831" y="285506"/>
                    </a:cubicBezTo>
                    <a:close/>
                    <a:moveTo>
                      <a:pt x="402187" y="223332"/>
                    </a:moveTo>
                    <a:cubicBezTo>
                      <a:pt x="402271" y="220331"/>
                      <a:pt x="402271" y="217331"/>
                      <a:pt x="402187" y="214331"/>
                    </a:cubicBezTo>
                    <a:lnTo>
                      <a:pt x="433275" y="175492"/>
                    </a:lnTo>
                    <a:cubicBezTo>
                      <a:pt x="436580" y="171357"/>
                      <a:pt x="437725" y="165897"/>
                      <a:pt x="436358" y="160782"/>
                    </a:cubicBezTo>
                    <a:cubicBezTo>
                      <a:pt x="431253" y="141629"/>
                      <a:pt x="423630" y="123237"/>
                      <a:pt x="413689" y="106088"/>
                    </a:cubicBezTo>
                    <a:cubicBezTo>
                      <a:pt x="411047" y="101539"/>
                      <a:pt x="406413" y="98503"/>
                      <a:pt x="401187" y="97899"/>
                    </a:cubicBezTo>
                    <a:lnTo>
                      <a:pt x="351764" y="92399"/>
                    </a:lnTo>
                    <a:cubicBezTo>
                      <a:pt x="349709" y="90232"/>
                      <a:pt x="347625" y="88148"/>
                      <a:pt x="345514" y="86148"/>
                    </a:cubicBezTo>
                    <a:lnTo>
                      <a:pt x="339680" y="36600"/>
                    </a:lnTo>
                    <a:cubicBezTo>
                      <a:pt x="339071" y="31370"/>
                      <a:pt x="336028" y="26735"/>
                      <a:pt x="331470" y="24099"/>
                    </a:cubicBezTo>
                    <a:cubicBezTo>
                      <a:pt x="314322" y="14165"/>
                      <a:pt x="295930" y="6556"/>
                      <a:pt x="276776" y="1471"/>
                    </a:cubicBezTo>
                    <a:cubicBezTo>
                      <a:pt x="271661" y="104"/>
                      <a:pt x="266201" y="1249"/>
                      <a:pt x="262066" y="4554"/>
                    </a:cubicBezTo>
                    <a:lnTo>
                      <a:pt x="223332" y="35475"/>
                    </a:lnTo>
                    <a:cubicBezTo>
                      <a:pt x="220331" y="35475"/>
                      <a:pt x="217331" y="35475"/>
                      <a:pt x="214331" y="35475"/>
                    </a:cubicBezTo>
                    <a:lnTo>
                      <a:pt x="175492" y="4450"/>
                    </a:lnTo>
                    <a:cubicBezTo>
                      <a:pt x="171357" y="1145"/>
                      <a:pt x="165897" y="0"/>
                      <a:pt x="160782" y="1367"/>
                    </a:cubicBezTo>
                    <a:cubicBezTo>
                      <a:pt x="141629" y="6472"/>
                      <a:pt x="123237" y="14095"/>
                      <a:pt x="106088" y="24036"/>
                    </a:cubicBezTo>
                    <a:cubicBezTo>
                      <a:pt x="101539" y="26678"/>
                      <a:pt x="98503" y="31312"/>
                      <a:pt x="97899" y="36538"/>
                    </a:cubicBezTo>
                    <a:lnTo>
                      <a:pt x="92399" y="86044"/>
                    </a:lnTo>
                    <a:cubicBezTo>
                      <a:pt x="90232" y="88113"/>
                      <a:pt x="88148" y="90197"/>
                      <a:pt x="86148" y="92295"/>
                    </a:cubicBezTo>
                    <a:lnTo>
                      <a:pt x="36600" y="97983"/>
                    </a:lnTo>
                    <a:cubicBezTo>
                      <a:pt x="31370" y="98591"/>
                      <a:pt x="26735" y="101635"/>
                      <a:pt x="24099" y="106192"/>
                    </a:cubicBezTo>
                    <a:cubicBezTo>
                      <a:pt x="14167" y="123344"/>
                      <a:pt x="6551" y="141735"/>
                      <a:pt x="1450" y="160886"/>
                    </a:cubicBezTo>
                    <a:cubicBezTo>
                      <a:pt x="89" y="166005"/>
                      <a:pt x="1241" y="171465"/>
                      <a:pt x="4554" y="175597"/>
                    </a:cubicBezTo>
                    <a:lnTo>
                      <a:pt x="35475" y="214331"/>
                    </a:lnTo>
                    <a:cubicBezTo>
                      <a:pt x="35475" y="217331"/>
                      <a:pt x="35475" y="220331"/>
                      <a:pt x="35475" y="223332"/>
                    </a:cubicBezTo>
                    <a:lnTo>
                      <a:pt x="4450" y="262170"/>
                    </a:lnTo>
                    <a:cubicBezTo>
                      <a:pt x="1145" y="266305"/>
                      <a:pt x="0" y="271765"/>
                      <a:pt x="1367" y="276880"/>
                    </a:cubicBezTo>
                    <a:cubicBezTo>
                      <a:pt x="6472" y="296034"/>
                      <a:pt x="14095" y="314425"/>
                      <a:pt x="24036" y="331574"/>
                    </a:cubicBezTo>
                    <a:cubicBezTo>
                      <a:pt x="26678" y="336124"/>
                      <a:pt x="31312" y="339159"/>
                      <a:pt x="36538" y="339763"/>
                    </a:cubicBezTo>
                    <a:lnTo>
                      <a:pt x="85960" y="345264"/>
                    </a:lnTo>
                    <a:cubicBezTo>
                      <a:pt x="88030" y="347431"/>
                      <a:pt x="90114" y="349514"/>
                      <a:pt x="92211" y="351514"/>
                    </a:cubicBezTo>
                    <a:lnTo>
                      <a:pt x="97983" y="401062"/>
                    </a:lnTo>
                    <a:cubicBezTo>
                      <a:pt x="98591" y="406292"/>
                      <a:pt x="101635" y="410927"/>
                      <a:pt x="106192" y="413564"/>
                    </a:cubicBezTo>
                    <a:cubicBezTo>
                      <a:pt x="123344" y="423495"/>
                      <a:pt x="141735" y="431111"/>
                      <a:pt x="160886" y="436213"/>
                    </a:cubicBezTo>
                    <a:cubicBezTo>
                      <a:pt x="166005" y="437573"/>
                      <a:pt x="171465" y="436421"/>
                      <a:pt x="175597" y="433108"/>
                    </a:cubicBezTo>
                    <a:lnTo>
                      <a:pt x="214331" y="402187"/>
                    </a:lnTo>
                    <a:cubicBezTo>
                      <a:pt x="217331" y="402271"/>
                      <a:pt x="220331" y="402271"/>
                      <a:pt x="223332" y="402187"/>
                    </a:cubicBezTo>
                    <a:lnTo>
                      <a:pt x="262170" y="433275"/>
                    </a:lnTo>
                    <a:cubicBezTo>
                      <a:pt x="266305" y="436580"/>
                      <a:pt x="271765" y="437725"/>
                      <a:pt x="276880" y="436358"/>
                    </a:cubicBezTo>
                    <a:cubicBezTo>
                      <a:pt x="296037" y="431262"/>
                      <a:pt x="314430" y="423639"/>
                      <a:pt x="331574" y="413689"/>
                    </a:cubicBezTo>
                    <a:cubicBezTo>
                      <a:pt x="336124" y="411047"/>
                      <a:pt x="339159" y="406413"/>
                      <a:pt x="339763" y="401187"/>
                    </a:cubicBezTo>
                    <a:lnTo>
                      <a:pt x="345264" y="351764"/>
                    </a:lnTo>
                    <a:cubicBezTo>
                      <a:pt x="347431" y="349709"/>
                      <a:pt x="349514" y="347625"/>
                      <a:pt x="351514" y="345514"/>
                    </a:cubicBezTo>
                    <a:lnTo>
                      <a:pt x="401062" y="339680"/>
                    </a:lnTo>
                    <a:cubicBezTo>
                      <a:pt x="406292" y="339071"/>
                      <a:pt x="410927" y="336028"/>
                      <a:pt x="413564" y="331470"/>
                    </a:cubicBezTo>
                    <a:cubicBezTo>
                      <a:pt x="423495" y="314319"/>
                      <a:pt x="431111" y="295927"/>
                      <a:pt x="436213" y="276776"/>
                    </a:cubicBezTo>
                    <a:cubicBezTo>
                      <a:pt x="437573" y="271658"/>
                      <a:pt x="436421" y="266198"/>
                      <a:pt x="433108" y="262066"/>
                    </a:cubicBezTo>
                    <a:close/>
                    <a:moveTo>
                      <a:pt x="368642" y="209788"/>
                    </a:moveTo>
                    <a:cubicBezTo>
                      <a:pt x="368996" y="215812"/>
                      <a:pt x="368996" y="221851"/>
                      <a:pt x="368642" y="227874"/>
                    </a:cubicBezTo>
                    <a:cubicBezTo>
                      <a:pt x="368393" y="231998"/>
                      <a:pt x="369685" y="236067"/>
                      <a:pt x="372267" y="239292"/>
                    </a:cubicBezTo>
                    <a:lnTo>
                      <a:pt x="401833" y="276234"/>
                    </a:lnTo>
                    <a:cubicBezTo>
                      <a:pt x="398441" y="287016"/>
                      <a:pt x="394097" y="297475"/>
                      <a:pt x="388852" y="307488"/>
                    </a:cubicBezTo>
                    <a:lnTo>
                      <a:pt x="341763" y="312822"/>
                    </a:lnTo>
                    <a:cubicBezTo>
                      <a:pt x="337662" y="313277"/>
                      <a:pt x="333876" y="315237"/>
                      <a:pt x="331137" y="318323"/>
                    </a:cubicBezTo>
                    <a:cubicBezTo>
                      <a:pt x="327126" y="322834"/>
                      <a:pt x="322854" y="327105"/>
                      <a:pt x="318344" y="331116"/>
                    </a:cubicBezTo>
                    <a:cubicBezTo>
                      <a:pt x="315258" y="333855"/>
                      <a:pt x="313298" y="337642"/>
                      <a:pt x="312843" y="341742"/>
                    </a:cubicBezTo>
                    <a:lnTo>
                      <a:pt x="307613" y="388790"/>
                    </a:lnTo>
                    <a:cubicBezTo>
                      <a:pt x="297601" y="394037"/>
                      <a:pt x="287142" y="398381"/>
                      <a:pt x="276359" y="401771"/>
                    </a:cubicBezTo>
                    <a:lnTo>
                      <a:pt x="239396" y="372205"/>
                    </a:lnTo>
                    <a:cubicBezTo>
                      <a:pt x="236438" y="369841"/>
                      <a:pt x="232764" y="368555"/>
                      <a:pt x="228978" y="368558"/>
                    </a:cubicBezTo>
                    <a:lnTo>
                      <a:pt x="227978" y="368558"/>
                    </a:lnTo>
                    <a:cubicBezTo>
                      <a:pt x="221955" y="368912"/>
                      <a:pt x="215916" y="368912"/>
                      <a:pt x="209893" y="368558"/>
                    </a:cubicBezTo>
                    <a:cubicBezTo>
                      <a:pt x="205770" y="368322"/>
                      <a:pt x="201705" y="369613"/>
                      <a:pt x="198474" y="372184"/>
                    </a:cubicBezTo>
                    <a:lnTo>
                      <a:pt x="161428" y="401771"/>
                    </a:lnTo>
                    <a:cubicBezTo>
                      <a:pt x="150646" y="398378"/>
                      <a:pt x="140187" y="394034"/>
                      <a:pt x="130174" y="388790"/>
                    </a:cubicBezTo>
                    <a:lnTo>
                      <a:pt x="124840" y="341763"/>
                    </a:lnTo>
                    <a:cubicBezTo>
                      <a:pt x="124385" y="337662"/>
                      <a:pt x="122425" y="333876"/>
                      <a:pt x="119340" y="331137"/>
                    </a:cubicBezTo>
                    <a:cubicBezTo>
                      <a:pt x="114829" y="327126"/>
                      <a:pt x="110557" y="322854"/>
                      <a:pt x="106546" y="318344"/>
                    </a:cubicBezTo>
                    <a:cubicBezTo>
                      <a:pt x="103807" y="315258"/>
                      <a:pt x="100021" y="313298"/>
                      <a:pt x="95920" y="312843"/>
                    </a:cubicBezTo>
                    <a:lnTo>
                      <a:pt x="48872" y="307592"/>
                    </a:lnTo>
                    <a:cubicBezTo>
                      <a:pt x="43626" y="297581"/>
                      <a:pt x="39282" y="287121"/>
                      <a:pt x="35892" y="276338"/>
                    </a:cubicBezTo>
                    <a:lnTo>
                      <a:pt x="65458" y="239375"/>
                    </a:lnTo>
                    <a:cubicBezTo>
                      <a:pt x="68040" y="236150"/>
                      <a:pt x="69332" y="232081"/>
                      <a:pt x="69083" y="227957"/>
                    </a:cubicBezTo>
                    <a:cubicBezTo>
                      <a:pt x="68729" y="221934"/>
                      <a:pt x="68729" y="215895"/>
                      <a:pt x="69083" y="209872"/>
                    </a:cubicBezTo>
                    <a:cubicBezTo>
                      <a:pt x="69332" y="205748"/>
                      <a:pt x="68040" y="201679"/>
                      <a:pt x="65458" y="198454"/>
                    </a:cubicBezTo>
                    <a:lnTo>
                      <a:pt x="35892" y="161428"/>
                    </a:lnTo>
                    <a:cubicBezTo>
                      <a:pt x="39284" y="150646"/>
                      <a:pt x="43628" y="140187"/>
                      <a:pt x="48872" y="130174"/>
                    </a:cubicBezTo>
                    <a:lnTo>
                      <a:pt x="95899" y="124840"/>
                    </a:lnTo>
                    <a:cubicBezTo>
                      <a:pt x="100000" y="124385"/>
                      <a:pt x="103786" y="122425"/>
                      <a:pt x="106525" y="119340"/>
                    </a:cubicBezTo>
                    <a:cubicBezTo>
                      <a:pt x="110536" y="114829"/>
                      <a:pt x="114808" y="110557"/>
                      <a:pt x="119319" y="106546"/>
                    </a:cubicBezTo>
                    <a:cubicBezTo>
                      <a:pt x="122417" y="103805"/>
                      <a:pt x="124385" y="100010"/>
                      <a:pt x="124840" y="95899"/>
                    </a:cubicBezTo>
                    <a:lnTo>
                      <a:pt x="130070" y="48872"/>
                    </a:lnTo>
                    <a:cubicBezTo>
                      <a:pt x="140082" y="43626"/>
                      <a:pt x="150541" y="39282"/>
                      <a:pt x="161324" y="35892"/>
                    </a:cubicBezTo>
                    <a:lnTo>
                      <a:pt x="198287" y="65458"/>
                    </a:lnTo>
                    <a:cubicBezTo>
                      <a:pt x="201512" y="68040"/>
                      <a:pt x="205581" y="69332"/>
                      <a:pt x="209705" y="69083"/>
                    </a:cubicBezTo>
                    <a:cubicBezTo>
                      <a:pt x="215728" y="68729"/>
                      <a:pt x="221767" y="68729"/>
                      <a:pt x="227791" y="69083"/>
                    </a:cubicBezTo>
                    <a:cubicBezTo>
                      <a:pt x="231913" y="69320"/>
                      <a:pt x="235978" y="68029"/>
                      <a:pt x="239209" y="65458"/>
                    </a:cubicBezTo>
                    <a:lnTo>
                      <a:pt x="276234" y="35892"/>
                    </a:lnTo>
                    <a:cubicBezTo>
                      <a:pt x="287016" y="39284"/>
                      <a:pt x="297475" y="43628"/>
                      <a:pt x="307488" y="48872"/>
                    </a:cubicBezTo>
                    <a:lnTo>
                      <a:pt x="312822" y="95899"/>
                    </a:lnTo>
                    <a:cubicBezTo>
                      <a:pt x="313277" y="100000"/>
                      <a:pt x="315237" y="103786"/>
                      <a:pt x="318323" y="106525"/>
                    </a:cubicBezTo>
                    <a:cubicBezTo>
                      <a:pt x="322834" y="110536"/>
                      <a:pt x="327105" y="114808"/>
                      <a:pt x="331116" y="119319"/>
                    </a:cubicBezTo>
                    <a:cubicBezTo>
                      <a:pt x="333855" y="122404"/>
                      <a:pt x="337642" y="124364"/>
                      <a:pt x="341742" y="124819"/>
                    </a:cubicBezTo>
                    <a:lnTo>
                      <a:pt x="388790" y="130049"/>
                    </a:lnTo>
                    <a:cubicBezTo>
                      <a:pt x="394037" y="140061"/>
                      <a:pt x="398381" y="150520"/>
                      <a:pt x="401771" y="161303"/>
                    </a:cubicBezTo>
                    <a:lnTo>
                      <a:pt x="372205" y="198266"/>
                    </a:lnTo>
                    <a:cubicBezTo>
                      <a:pt x="369598" y="201519"/>
                      <a:pt x="368304" y="205629"/>
                      <a:pt x="368579" y="209788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592955" y="3059430"/>
              <a:ext cx="247914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easy-codex-host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98670" y="3584258"/>
              <a:ext cx="20221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观察任务、调用模型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98670" y="3965258"/>
              <a:ext cx="24292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维护 SQLite 与音频缓存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9672637" y="2338387"/>
              <a:ext cx="600075" cy="428625"/>
              <a:chOff x="9672637" y="2338387"/>
              <a:chExt cx="600075" cy="4286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9694055" y="2359805"/>
                <a:ext cx="557227" cy="385737"/>
              </a:xfrm>
              <a:custGeom>
                <a:avLst/>
                <a:gdLst/>
                <a:ahLst/>
                <a:cxnLst/>
                <a:rect l="l" t="t" r="r" b="b"/>
                <a:pathLst>
                  <a:path w="557227" h="385737">
                    <a:moveTo>
                      <a:pt x="557227" y="22758"/>
                    </a:moveTo>
                    <a:lnTo>
                      <a:pt x="557227" y="362979"/>
                    </a:lnTo>
                    <a:cubicBezTo>
                      <a:pt x="557227" y="369011"/>
                      <a:pt x="554831" y="374796"/>
                      <a:pt x="550565" y="379062"/>
                    </a:cubicBezTo>
                    <a:cubicBezTo>
                      <a:pt x="546300" y="383327"/>
                      <a:pt x="540515" y="385723"/>
                      <a:pt x="534483" y="385723"/>
                    </a:cubicBezTo>
                    <a:lnTo>
                      <a:pt x="22812" y="385723"/>
                    </a:lnTo>
                    <a:cubicBezTo>
                      <a:pt x="16780" y="385737"/>
                      <a:pt x="10989" y="383355"/>
                      <a:pt x="6714" y="379100"/>
                    </a:cubicBezTo>
                    <a:cubicBezTo>
                      <a:pt x="2438" y="374844"/>
                      <a:pt x="28" y="369065"/>
                      <a:pt x="14" y="363033"/>
                    </a:cubicBezTo>
                    <a:lnTo>
                      <a:pt x="14" y="22812"/>
                    </a:lnTo>
                    <a:cubicBezTo>
                      <a:pt x="0" y="16770"/>
                      <a:pt x="2390" y="10972"/>
                      <a:pt x="6657" y="6695"/>
                    </a:cubicBezTo>
                    <a:cubicBezTo>
                      <a:pt x="10924" y="2418"/>
                      <a:pt x="16717" y="14"/>
                      <a:pt x="22758" y="14"/>
                    </a:cubicBezTo>
                    <a:lnTo>
                      <a:pt x="534429" y="14"/>
                    </a:lnTo>
                    <a:cubicBezTo>
                      <a:pt x="540471" y="0"/>
                      <a:pt x="546269" y="2390"/>
                      <a:pt x="550546" y="6657"/>
                    </a:cubicBezTo>
                    <a:cubicBezTo>
                      <a:pt x="554823" y="10924"/>
                      <a:pt x="557227" y="16717"/>
                      <a:pt x="557227" y="22758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672637" y="2338387"/>
                <a:ext cx="600075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600075" h="428625">
                    <a:moveTo>
                      <a:pt x="555900" y="0"/>
                    </a:moveTo>
                    <a:lnTo>
                      <a:pt x="44229" y="0"/>
                    </a:lnTo>
                    <a:cubicBezTo>
                      <a:pt x="19823" y="0"/>
                      <a:pt x="30" y="19769"/>
                      <a:pt x="0" y="44175"/>
                    </a:cubicBezTo>
                    <a:lnTo>
                      <a:pt x="0" y="384396"/>
                    </a:lnTo>
                    <a:cubicBezTo>
                      <a:pt x="0" y="408802"/>
                      <a:pt x="19769" y="428595"/>
                      <a:pt x="44175" y="428625"/>
                    </a:cubicBezTo>
                    <a:lnTo>
                      <a:pt x="555846" y="428625"/>
                    </a:lnTo>
                    <a:cubicBezTo>
                      <a:pt x="580252" y="428625"/>
                      <a:pt x="600045" y="408856"/>
                      <a:pt x="600075" y="384450"/>
                    </a:cubicBezTo>
                    <a:lnTo>
                      <a:pt x="600075" y="44229"/>
                    </a:lnTo>
                    <a:cubicBezTo>
                      <a:pt x="600075" y="19823"/>
                      <a:pt x="580306" y="30"/>
                      <a:pt x="555900" y="0"/>
                    </a:cubicBezTo>
                    <a:close/>
                    <a:moveTo>
                      <a:pt x="557213" y="384450"/>
                    </a:moveTo>
                    <a:cubicBezTo>
                      <a:pt x="557213" y="384798"/>
                      <a:pt x="557074" y="385132"/>
                      <a:pt x="556828" y="385378"/>
                    </a:cubicBezTo>
                    <a:cubicBezTo>
                      <a:pt x="556582" y="385624"/>
                      <a:pt x="556248" y="385763"/>
                      <a:pt x="555900" y="385763"/>
                    </a:cubicBezTo>
                    <a:lnTo>
                      <a:pt x="44229" y="385763"/>
                    </a:lnTo>
                    <a:cubicBezTo>
                      <a:pt x="43881" y="385763"/>
                      <a:pt x="43547" y="385624"/>
                      <a:pt x="43301" y="385378"/>
                    </a:cubicBezTo>
                    <a:cubicBezTo>
                      <a:pt x="43054" y="385132"/>
                      <a:pt x="42916" y="384798"/>
                      <a:pt x="42916" y="384450"/>
                    </a:cubicBezTo>
                    <a:lnTo>
                      <a:pt x="42916" y="44229"/>
                    </a:lnTo>
                    <a:cubicBezTo>
                      <a:pt x="42916" y="43504"/>
                      <a:pt x="43504" y="42916"/>
                      <a:pt x="44229" y="42916"/>
                    </a:cubicBezTo>
                    <a:lnTo>
                      <a:pt x="555900" y="42916"/>
                    </a:lnTo>
                    <a:cubicBezTo>
                      <a:pt x="556248" y="42916"/>
                      <a:pt x="556582" y="43054"/>
                      <a:pt x="556828" y="43301"/>
                    </a:cubicBezTo>
                    <a:cubicBezTo>
                      <a:pt x="557074" y="43547"/>
                      <a:pt x="557213" y="43881"/>
                      <a:pt x="557213" y="44229"/>
                    </a:cubicBezTo>
                    <a:close/>
                    <a:moveTo>
                      <a:pt x="514350" y="214313"/>
                    </a:moveTo>
                    <a:cubicBezTo>
                      <a:pt x="514350" y="226149"/>
                      <a:pt x="504755" y="235744"/>
                      <a:pt x="492919" y="235744"/>
                    </a:cubicBezTo>
                    <a:lnTo>
                      <a:pt x="107156" y="235744"/>
                    </a:lnTo>
                    <a:cubicBezTo>
                      <a:pt x="95320" y="235744"/>
                      <a:pt x="85725" y="226149"/>
                      <a:pt x="85725" y="214313"/>
                    </a:cubicBezTo>
                    <a:cubicBezTo>
                      <a:pt x="85725" y="202476"/>
                      <a:pt x="95320" y="192881"/>
                      <a:pt x="107156" y="192881"/>
                    </a:cubicBezTo>
                    <a:lnTo>
                      <a:pt x="492919" y="192881"/>
                    </a:lnTo>
                    <a:cubicBezTo>
                      <a:pt x="504755" y="192881"/>
                      <a:pt x="514350" y="202476"/>
                      <a:pt x="514350" y="214313"/>
                    </a:cubicBezTo>
                    <a:close/>
                    <a:moveTo>
                      <a:pt x="514350" y="128588"/>
                    </a:moveTo>
                    <a:cubicBezTo>
                      <a:pt x="514350" y="140424"/>
                      <a:pt x="504755" y="150019"/>
                      <a:pt x="492919" y="150019"/>
                    </a:cubicBezTo>
                    <a:lnTo>
                      <a:pt x="107156" y="150019"/>
                    </a:lnTo>
                    <a:cubicBezTo>
                      <a:pt x="95320" y="150019"/>
                      <a:pt x="85725" y="140424"/>
                      <a:pt x="85725" y="128588"/>
                    </a:cubicBezTo>
                    <a:cubicBezTo>
                      <a:pt x="85725" y="116751"/>
                      <a:pt x="95320" y="107156"/>
                      <a:pt x="107156" y="107156"/>
                    </a:cubicBezTo>
                    <a:lnTo>
                      <a:pt x="492919" y="107156"/>
                    </a:lnTo>
                    <a:cubicBezTo>
                      <a:pt x="504755" y="107156"/>
                      <a:pt x="514350" y="116751"/>
                      <a:pt x="514350" y="128588"/>
                    </a:cubicBezTo>
                    <a:close/>
                    <a:moveTo>
                      <a:pt x="150019" y="300038"/>
                    </a:moveTo>
                    <a:cubicBezTo>
                      <a:pt x="150019" y="311874"/>
                      <a:pt x="140424" y="321469"/>
                      <a:pt x="128588" y="321469"/>
                    </a:cubicBezTo>
                    <a:lnTo>
                      <a:pt x="107156" y="321469"/>
                    </a:lnTo>
                    <a:cubicBezTo>
                      <a:pt x="95320" y="321469"/>
                      <a:pt x="85725" y="311874"/>
                      <a:pt x="85725" y="300038"/>
                    </a:cubicBezTo>
                    <a:cubicBezTo>
                      <a:pt x="85725" y="288201"/>
                      <a:pt x="95320" y="278606"/>
                      <a:pt x="107156" y="278606"/>
                    </a:cubicBezTo>
                    <a:lnTo>
                      <a:pt x="128588" y="278606"/>
                    </a:lnTo>
                    <a:cubicBezTo>
                      <a:pt x="140424" y="278606"/>
                      <a:pt x="150019" y="288201"/>
                      <a:pt x="150019" y="300038"/>
                    </a:cubicBezTo>
                    <a:close/>
                    <a:moveTo>
                      <a:pt x="407194" y="300038"/>
                    </a:moveTo>
                    <a:cubicBezTo>
                      <a:pt x="407194" y="311874"/>
                      <a:pt x="397599" y="321469"/>
                      <a:pt x="385763" y="321469"/>
                    </a:cubicBezTo>
                    <a:lnTo>
                      <a:pt x="214313" y="321469"/>
                    </a:lnTo>
                    <a:cubicBezTo>
                      <a:pt x="202476" y="321469"/>
                      <a:pt x="192881" y="311874"/>
                      <a:pt x="192881" y="300038"/>
                    </a:cubicBezTo>
                    <a:cubicBezTo>
                      <a:pt x="192881" y="288201"/>
                      <a:pt x="202476" y="278606"/>
                      <a:pt x="214313" y="278606"/>
                    </a:cubicBezTo>
                    <a:lnTo>
                      <a:pt x="385763" y="278606"/>
                    </a:lnTo>
                    <a:cubicBezTo>
                      <a:pt x="397599" y="278606"/>
                      <a:pt x="407194" y="288201"/>
                      <a:pt x="407194" y="300038"/>
                    </a:cubicBezTo>
                    <a:close/>
                    <a:moveTo>
                      <a:pt x="514350" y="300038"/>
                    </a:moveTo>
                    <a:cubicBezTo>
                      <a:pt x="514350" y="311874"/>
                      <a:pt x="504755" y="321469"/>
                      <a:pt x="492919" y="321469"/>
                    </a:cubicBezTo>
                    <a:lnTo>
                      <a:pt x="471488" y="321469"/>
                    </a:lnTo>
                    <a:cubicBezTo>
                      <a:pt x="459651" y="321469"/>
                      <a:pt x="450056" y="311874"/>
                      <a:pt x="450056" y="300038"/>
                    </a:cubicBezTo>
                    <a:cubicBezTo>
                      <a:pt x="450056" y="288201"/>
                      <a:pt x="459651" y="278606"/>
                      <a:pt x="471488" y="278606"/>
                    </a:cubicBezTo>
                    <a:lnTo>
                      <a:pt x="492919" y="278606"/>
                    </a:lnTo>
                    <a:cubicBezTo>
                      <a:pt x="504755" y="278606"/>
                      <a:pt x="514350" y="288201"/>
                      <a:pt x="514350" y="300038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9498330" y="3135630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键盘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246870" y="3612832"/>
              <a:ext cx="1362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发送槽位动作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46870" y="3955732"/>
              <a:ext cx="20221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显示灯光、播放声音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609600" y="5257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19211F"/>
            </a:solidFill>
            <a:ln w="19050">
              <a:solidFill>
                <a:srgbClr val="CBD2C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6740" y="5492115"/>
              <a:ext cx="537618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Mac 睡眠、退出登录或断网，仍可能中断工作。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8645" y="5898832"/>
              <a:ext cx="77648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升级 Host 使用 launch-agent-upgrade；仅重启桌面 App 不会更换后台程序。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8170" y="647509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31 / 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645718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说进去：麦克风 → 千问 ASR → Codex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047750" y="2057400"/>
            <a:ext cx="10058400" cy="2412206"/>
            <a:chOff x="1047750" y="2057400"/>
            <a:chExt cx="10058400" cy="2412206"/>
          </a:xfrm>
        </p:grpSpPr>
        <p:grpSp>
          <p:nvGrpSpPr>
            <p:cNvPr id="10" name="Group 10"/>
            <p:cNvGrpSpPr/>
            <p:nvPr/>
          </p:nvGrpSpPr>
          <p:grpSpPr>
            <a:xfrm>
              <a:off x="1047750" y="2057400"/>
              <a:ext cx="1600200" cy="2412206"/>
              <a:chOff x="1047750" y="2057400"/>
              <a:chExt cx="1600200" cy="2412206"/>
            </a:xfrm>
          </p:grpSpPr>
          <p:sp>
            <p:nvSpPr>
              <p:cNvPr id="4" name="Ellipse 4"/>
              <p:cNvSpPr/>
              <p:nvPr/>
            </p:nvSpPr>
            <p:spPr>
              <a:xfrm>
                <a:off x="1047750" y="2057400"/>
                <a:ext cx="1600200" cy="1600200"/>
              </a:xfrm>
              <a:prstGeom prst="ellipse">
                <a:avLst/>
              </a:prstGeom>
              <a:solidFill>
                <a:srgbClr val="2D7D9A"/>
              </a:solidFill>
              <a:ln>
                <a:noFill/>
              </a:ln>
            </p:spPr>
          </p:sp>
          <p:grpSp>
            <p:nvGrpSpPr>
              <p:cNvPr id="7" name="Group 7"/>
              <p:cNvGrpSpPr/>
              <p:nvPr/>
            </p:nvGrpSpPr>
            <p:grpSpPr>
              <a:xfrm>
                <a:off x="1609725" y="2524125"/>
                <a:ext cx="476250" cy="666750"/>
                <a:chOff x="1609725" y="2524125"/>
                <a:chExt cx="476250" cy="666750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1728788" y="2547938"/>
                  <a:ext cx="238125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428625">
                      <a:moveTo>
                        <a:pt x="238125" y="119062"/>
                      </a:moveTo>
                      <a:lnTo>
                        <a:pt x="238125" y="309562"/>
                      </a:lnTo>
                      <a:cubicBezTo>
                        <a:pt x="238125" y="375319"/>
                        <a:pt x="184819" y="428625"/>
                        <a:pt x="119062" y="428625"/>
                      </a:cubicBezTo>
                      <a:lnTo>
                        <a:pt x="119062" y="428625"/>
                      </a:lnTo>
                      <a:cubicBezTo>
                        <a:pt x="53306" y="428625"/>
                        <a:pt x="0" y="375319"/>
                        <a:pt x="0" y="309562"/>
                      </a:cubicBezTo>
                      <a:lnTo>
                        <a:pt x="0" y="119062"/>
                      </a:lnTo>
                      <a:cubicBezTo>
                        <a:pt x="0" y="53306"/>
                        <a:pt x="53306" y="0"/>
                        <a:pt x="119062" y="0"/>
                      </a:cubicBezTo>
                      <a:lnTo>
                        <a:pt x="119062" y="0"/>
                      </a:lnTo>
                      <a:cubicBezTo>
                        <a:pt x="184819" y="0"/>
                        <a:pt x="238125" y="53306"/>
                        <a:pt x="238125" y="119062"/>
                      </a:cubicBezTo>
                      <a:close/>
                    </a:path>
                  </a:pathLst>
                </a:custGeom>
                <a:solidFill>
                  <a:srgbClr val="F3F5F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6" name="Freeform 6"/>
                <p:cNvSpPr/>
                <p:nvPr/>
              </p:nvSpPr>
              <p:spPr>
                <a:xfrm>
                  <a:off x="1609725" y="2524125"/>
                  <a:ext cx="476250" cy="66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666750">
                      <a:moveTo>
                        <a:pt x="238125" y="476250"/>
                      </a:moveTo>
                      <a:cubicBezTo>
                        <a:pt x="316999" y="476168"/>
                        <a:pt x="380918" y="412249"/>
                        <a:pt x="381000" y="333375"/>
                      </a:cubicBezTo>
                      <a:lnTo>
                        <a:pt x="381000" y="142875"/>
                      </a:lnTo>
                      <a:cubicBezTo>
                        <a:pt x="381000" y="63967"/>
                        <a:pt x="317033" y="0"/>
                        <a:pt x="238125" y="0"/>
                      </a:cubicBezTo>
                      <a:cubicBezTo>
                        <a:pt x="159217" y="0"/>
                        <a:pt x="95250" y="63967"/>
                        <a:pt x="95250" y="142875"/>
                      </a:cubicBezTo>
                      <a:lnTo>
                        <a:pt x="95250" y="333375"/>
                      </a:lnTo>
                      <a:cubicBezTo>
                        <a:pt x="95332" y="412249"/>
                        <a:pt x="159251" y="476168"/>
                        <a:pt x="238125" y="476250"/>
                      </a:cubicBezTo>
                      <a:close/>
                      <a:moveTo>
                        <a:pt x="142875" y="142875"/>
                      </a:moveTo>
                      <a:cubicBezTo>
                        <a:pt x="142875" y="90270"/>
                        <a:pt x="185520" y="47625"/>
                        <a:pt x="238125" y="47625"/>
                      </a:cubicBezTo>
                      <a:cubicBezTo>
                        <a:pt x="290730" y="47625"/>
                        <a:pt x="333375" y="90270"/>
                        <a:pt x="333375" y="142875"/>
                      </a:cubicBezTo>
                      <a:lnTo>
                        <a:pt x="333375" y="333375"/>
                      </a:lnTo>
                      <a:cubicBezTo>
                        <a:pt x="333375" y="385980"/>
                        <a:pt x="290730" y="428625"/>
                        <a:pt x="238125" y="428625"/>
                      </a:cubicBezTo>
                      <a:cubicBezTo>
                        <a:pt x="185520" y="428625"/>
                        <a:pt x="142875" y="385980"/>
                        <a:pt x="142875" y="333375"/>
                      </a:cubicBezTo>
                      <a:close/>
                      <a:moveTo>
                        <a:pt x="261938" y="570309"/>
                      </a:moveTo>
                      <a:lnTo>
                        <a:pt x="261938" y="642938"/>
                      </a:lnTo>
                      <a:cubicBezTo>
                        <a:pt x="261938" y="656089"/>
                        <a:pt x="251276" y="666750"/>
                        <a:pt x="238125" y="666750"/>
                      </a:cubicBezTo>
                      <a:cubicBezTo>
                        <a:pt x="224974" y="666750"/>
                        <a:pt x="214312" y="656089"/>
                        <a:pt x="214312" y="642938"/>
                      </a:cubicBezTo>
                      <a:lnTo>
                        <a:pt x="214312" y="570309"/>
                      </a:lnTo>
                      <a:cubicBezTo>
                        <a:pt x="92706" y="557935"/>
                        <a:pt x="150" y="455609"/>
                        <a:pt x="0" y="333375"/>
                      </a:cubicBezTo>
                      <a:cubicBezTo>
                        <a:pt x="0" y="320224"/>
                        <a:pt x="10661" y="309562"/>
                        <a:pt x="23812" y="309562"/>
                      </a:cubicBezTo>
                      <a:cubicBezTo>
                        <a:pt x="36964" y="309562"/>
                        <a:pt x="47625" y="320224"/>
                        <a:pt x="47625" y="333375"/>
                      </a:cubicBezTo>
                      <a:cubicBezTo>
                        <a:pt x="47625" y="438585"/>
                        <a:pt x="132915" y="523875"/>
                        <a:pt x="238125" y="523875"/>
                      </a:cubicBezTo>
                      <a:cubicBezTo>
                        <a:pt x="343335" y="523875"/>
                        <a:pt x="428625" y="438585"/>
                        <a:pt x="428625" y="333375"/>
                      </a:cubicBezTo>
                      <a:cubicBezTo>
                        <a:pt x="428625" y="320224"/>
                        <a:pt x="439286" y="309562"/>
                        <a:pt x="452438" y="309562"/>
                      </a:cubicBezTo>
                      <a:cubicBezTo>
                        <a:pt x="465589" y="309562"/>
                        <a:pt x="476250" y="320224"/>
                        <a:pt x="476250" y="333375"/>
                      </a:cubicBezTo>
                      <a:cubicBezTo>
                        <a:pt x="476100" y="455609"/>
                        <a:pt x="383544" y="557935"/>
                        <a:pt x="261938" y="570309"/>
                      </a:cubicBezTo>
                      <a:close/>
                    </a:path>
                  </a:pathLst>
                </a:custGeom>
                <a:solidFill>
                  <a:srgbClr val="F3F5F3"/>
                </a:solidFill>
                <a:ln>
                  <a:noFill/>
                </a:ln>
              </p:spPr>
            </p:sp>
          </p:grpSp>
          <p:sp>
            <p:nvSpPr>
              <p:cNvPr id="8" name="TextBox 8"/>
              <p:cNvSpPr txBox="1"/>
              <p:nvPr/>
            </p:nvSpPr>
            <p:spPr>
              <a:xfrm>
                <a:off x="1364837" y="386048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键盘录音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462266" y="4241006"/>
                <a:ext cx="77116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16 kHz PCM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647950" y="2388725"/>
              <a:ext cx="1924050" cy="602125"/>
              <a:chOff x="2647950" y="2388725"/>
              <a:chExt cx="1924050" cy="602125"/>
            </a:xfrm>
          </p:grpSpPr>
          <p:sp>
            <p:nvSpPr>
              <p:cNvPr id="11" name="Line 11"/>
              <p:cNvSpPr/>
              <p:nvPr/>
            </p:nvSpPr>
            <p:spPr>
              <a:xfrm>
                <a:off x="2647950" y="2857500"/>
                <a:ext cx="1657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7350" h="9525">
                    <a:moveTo>
                      <a:pt x="0" y="0"/>
                    </a:moveTo>
                    <a:lnTo>
                      <a:pt x="1657350" y="0"/>
                    </a:lnTo>
                  </a:path>
                </a:pathLst>
              </a:custGeom>
              <a:noFill/>
              <a:ln w="57150">
                <a:solidFill>
                  <a:srgbClr val="2D7D9A"/>
                </a:solidFill>
              </a:ln>
            </p:spPr>
          </p:sp>
          <p:sp>
            <p:nvSpPr>
              <p:cNvPr id="12" name="Polygon 12"/>
              <p:cNvSpPr/>
              <p:nvPr/>
            </p:nvSpPr>
            <p:spPr>
              <a:xfrm>
                <a:off x="4305300" y="27241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0"/>
                    </a:moveTo>
                    <a:lnTo>
                      <a:pt x="266700" y="13335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3269995" y="2388725"/>
                <a:ext cx="394192" cy="321177"/>
                <a:chOff x="3269995" y="2388725"/>
                <a:chExt cx="394192" cy="321177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3283423" y="2388725"/>
                  <a:ext cx="367354" cy="308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354" h="308047">
                      <a:moveTo>
                        <a:pt x="364087" y="97983"/>
                      </a:moveTo>
                      <a:lnTo>
                        <a:pt x="193827" y="303326"/>
                      </a:lnTo>
                      <a:cubicBezTo>
                        <a:pt x="191339" y="306317"/>
                        <a:pt x="187650" y="308047"/>
                        <a:pt x="183759" y="308047"/>
                      </a:cubicBezTo>
                      <a:cubicBezTo>
                        <a:pt x="179868" y="308047"/>
                        <a:pt x="176179" y="306317"/>
                        <a:pt x="173691" y="303326"/>
                      </a:cubicBezTo>
                      <a:lnTo>
                        <a:pt x="3268" y="97983"/>
                      </a:lnTo>
                      <a:cubicBezTo>
                        <a:pt x="1035" y="95299"/>
                        <a:pt x="0" y="91816"/>
                        <a:pt x="405" y="88347"/>
                      </a:cubicBezTo>
                      <a:cubicBezTo>
                        <a:pt x="811" y="84879"/>
                        <a:pt x="2620" y="81729"/>
                        <a:pt x="5412" y="79631"/>
                      </a:cubicBezTo>
                      <a:cubicBezTo>
                        <a:pt x="110916" y="0"/>
                        <a:pt x="256438" y="0"/>
                        <a:pt x="361942" y="79631"/>
                      </a:cubicBezTo>
                      <a:cubicBezTo>
                        <a:pt x="364734" y="81729"/>
                        <a:pt x="366544" y="84879"/>
                        <a:pt x="366949" y="88347"/>
                      </a:cubicBezTo>
                      <a:cubicBezTo>
                        <a:pt x="367354" y="91816"/>
                        <a:pt x="366320" y="95299"/>
                        <a:pt x="364087" y="97983"/>
                      </a:cubicBezTo>
                      <a:close/>
                    </a:path>
                  </a:pathLst>
                </a:custGeom>
                <a:solidFill>
                  <a:srgbClr val="2D7D9A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3269995" y="2395285"/>
                  <a:ext cx="394192" cy="314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192" h="314617">
                      <a:moveTo>
                        <a:pt x="393378" y="80324"/>
                      </a:moveTo>
                      <a:cubicBezTo>
                        <a:pt x="392551" y="73299"/>
                        <a:pt x="388905" y="66912"/>
                        <a:pt x="383277" y="62627"/>
                      </a:cubicBezTo>
                      <a:cubicBezTo>
                        <a:pt x="329770" y="21923"/>
                        <a:pt x="264334" y="0"/>
                        <a:pt x="197105" y="253"/>
                      </a:cubicBezTo>
                      <a:cubicBezTo>
                        <a:pt x="129876" y="0"/>
                        <a:pt x="64440" y="21923"/>
                        <a:pt x="10933" y="62627"/>
                      </a:cubicBezTo>
                      <a:cubicBezTo>
                        <a:pt x="5306" y="66912"/>
                        <a:pt x="1660" y="73299"/>
                        <a:pt x="832" y="80324"/>
                      </a:cubicBezTo>
                      <a:cubicBezTo>
                        <a:pt x="0" y="87334"/>
                        <a:pt x="2097" y="94376"/>
                        <a:pt x="6628" y="99789"/>
                      </a:cubicBezTo>
                      <a:lnTo>
                        <a:pt x="176887" y="305132"/>
                      </a:lnTo>
                      <a:cubicBezTo>
                        <a:pt x="181871" y="311151"/>
                        <a:pt x="189291" y="314617"/>
                        <a:pt x="197105" y="314578"/>
                      </a:cubicBezTo>
                      <a:lnTo>
                        <a:pt x="197105" y="314578"/>
                      </a:lnTo>
                      <a:cubicBezTo>
                        <a:pt x="204897" y="314598"/>
                        <a:pt x="212289" y="311133"/>
                        <a:pt x="217258" y="305132"/>
                      </a:cubicBezTo>
                      <a:lnTo>
                        <a:pt x="387517" y="99789"/>
                      </a:lnTo>
                      <a:cubicBezTo>
                        <a:pt x="392072" y="94387"/>
                        <a:pt x="394192" y="87343"/>
                        <a:pt x="393378" y="80324"/>
                      </a:cubicBezTo>
                      <a:close/>
                      <a:moveTo>
                        <a:pt x="197105" y="288384"/>
                      </a:moveTo>
                      <a:lnTo>
                        <a:pt x="26993" y="83320"/>
                      </a:lnTo>
                      <a:cubicBezTo>
                        <a:pt x="75911" y="46192"/>
                        <a:pt x="135694" y="26205"/>
                        <a:pt x="197105" y="26447"/>
                      </a:cubicBezTo>
                      <a:cubicBezTo>
                        <a:pt x="258517" y="26205"/>
                        <a:pt x="318299" y="46192"/>
                        <a:pt x="367217" y="83320"/>
                      </a:cubicBezTo>
                      <a:close/>
                    </a:path>
                  </a:pathLst>
                </a:custGeom>
                <a:solidFill>
                  <a:srgbClr val="2D7D9A"/>
                </a:solidFill>
                <a:ln>
                  <a:noFill/>
                </a:ln>
              </p:spPr>
            </p:sp>
          </p:grpSp>
        </p:grpSp>
        <p:grpSp>
          <p:nvGrpSpPr>
            <p:cNvPr id="21" name="Group 21"/>
            <p:cNvGrpSpPr/>
            <p:nvPr/>
          </p:nvGrpSpPr>
          <p:grpSpPr>
            <a:xfrm>
              <a:off x="4762500" y="2057400"/>
              <a:ext cx="2667000" cy="1600200"/>
              <a:chOff x="4762500" y="2057400"/>
              <a:chExt cx="2667000" cy="16002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762500" y="2057400"/>
                <a:ext cx="2667000" cy="1600200"/>
              </a:xfrm>
              <a:prstGeom prst="roundRect">
                <a:avLst>
                  <a:gd name="adj" fmla="val 4762"/>
                </a:avLst>
              </a:prstGeom>
              <a:solidFill>
                <a:srgbClr val="FFFFFF"/>
              </a:solidFill>
              <a:ln w="19050">
                <a:solidFill>
                  <a:srgbClr val="CBD2CE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334238" y="2459355"/>
                <a:ext cx="152352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语音转文字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417272" y="2959418"/>
                <a:ext cx="135745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D7D9A"/>
                    </a:solidFill>
                    <a:latin typeface="Arial"/>
                    <a:ea typeface="Microsoft YaHei"/>
                    <a:cs typeface="Arial"/>
                  </a:rPr>
                  <a:t>Qwen Audio ASR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462885" y="3269456"/>
                <a:ext cx="126623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DashScope 北京区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429500" y="2057400"/>
              <a:ext cx="3676650" cy="2412206"/>
              <a:chOff x="7429500" y="2057400"/>
              <a:chExt cx="3676650" cy="2412206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7429500" y="2857500"/>
                <a:ext cx="1657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7350" h="9525">
                    <a:moveTo>
                      <a:pt x="0" y="0"/>
                    </a:moveTo>
                    <a:lnTo>
                      <a:pt x="1657350" y="0"/>
                    </a:lnTo>
                  </a:path>
                </a:pathLst>
              </a:custGeom>
              <a:noFill/>
              <a:ln w="57150">
                <a:solidFill>
                  <a:srgbClr val="1E9668"/>
                </a:solidFill>
              </a:ln>
            </p:spPr>
          </p:sp>
          <p:sp>
            <p:nvSpPr>
              <p:cNvPr id="23" name="Polygon 23"/>
              <p:cNvSpPr/>
              <p:nvPr/>
            </p:nvSpPr>
            <p:spPr>
              <a:xfrm>
                <a:off x="9086850" y="27241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0"/>
                    </a:moveTo>
                    <a:lnTo>
                      <a:pt x="266700" y="13335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9505950" y="2057400"/>
                <a:ext cx="1600200" cy="1600200"/>
              </a:xfrm>
              <a:prstGeom prst="ellipse">
                <a:avLst/>
              </a:prstGeom>
              <a:solidFill>
                <a:srgbClr val="19211F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9948870" y="2571023"/>
                <a:ext cx="714361" cy="572228"/>
                <a:chOff x="9948870" y="2571023"/>
                <a:chExt cx="714361" cy="572228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9972675" y="2738438"/>
                  <a:ext cx="666750" cy="23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0" h="238125">
                      <a:moveTo>
                        <a:pt x="666750" y="119062"/>
                      </a:moveTo>
                      <a:lnTo>
                        <a:pt x="523875" y="238125"/>
                      </a:lnTo>
                      <a:lnTo>
                        <a:pt x="142875" y="238125"/>
                      </a:lnTo>
                      <a:lnTo>
                        <a:pt x="0" y="119062"/>
                      </a:lnTo>
                      <a:lnTo>
                        <a:pt x="142875" y="0"/>
                      </a:lnTo>
                      <a:lnTo>
                        <a:pt x="523875" y="0"/>
                      </a:lnTo>
                      <a:close/>
                    </a:path>
                  </a:pathLst>
                </a:custGeom>
                <a:solidFill>
                  <a:srgbClr val="F3F5F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9948870" y="2571023"/>
                  <a:ext cx="714361" cy="5722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61" h="572228">
                      <a:moveTo>
                        <a:pt x="181920" y="185720"/>
                      </a:moveTo>
                      <a:lnTo>
                        <a:pt x="61012" y="286477"/>
                      </a:lnTo>
                      <a:lnTo>
                        <a:pt x="181920" y="387233"/>
                      </a:lnTo>
                      <a:cubicBezTo>
                        <a:pt x="188649" y="392619"/>
                        <a:pt x="191941" y="401221"/>
                        <a:pt x="190530" y="409723"/>
                      </a:cubicBezTo>
                      <a:cubicBezTo>
                        <a:pt x="189118" y="418225"/>
                        <a:pt x="183223" y="425301"/>
                        <a:pt x="175115" y="428224"/>
                      </a:cubicBezTo>
                      <a:cubicBezTo>
                        <a:pt x="167007" y="431147"/>
                        <a:pt x="157952" y="429461"/>
                        <a:pt x="151440" y="423815"/>
                      </a:cubicBezTo>
                      <a:lnTo>
                        <a:pt x="8565" y="304753"/>
                      </a:lnTo>
                      <a:cubicBezTo>
                        <a:pt x="3138" y="300228"/>
                        <a:pt x="0" y="293528"/>
                        <a:pt x="0" y="286462"/>
                      </a:cubicBezTo>
                      <a:cubicBezTo>
                        <a:pt x="0" y="279396"/>
                        <a:pt x="3138" y="272695"/>
                        <a:pt x="8565" y="268171"/>
                      </a:cubicBezTo>
                      <a:lnTo>
                        <a:pt x="151440" y="149108"/>
                      </a:lnTo>
                      <a:cubicBezTo>
                        <a:pt x="161550" y="140691"/>
                        <a:pt x="176569" y="142064"/>
                        <a:pt x="184986" y="152174"/>
                      </a:cubicBezTo>
                      <a:cubicBezTo>
                        <a:pt x="193403" y="162284"/>
                        <a:pt x="192030" y="177303"/>
                        <a:pt x="181920" y="185720"/>
                      </a:cubicBezTo>
                      <a:close/>
                      <a:moveTo>
                        <a:pt x="705795" y="268171"/>
                      </a:moveTo>
                      <a:lnTo>
                        <a:pt x="562920" y="149108"/>
                      </a:lnTo>
                      <a:cubicBezTo>
                        <a:pt x="552810" y="140691"/>
                        <a:pt x="537791" y="142064"/>
                        <a:pt x="529374" y="152174"/>
                      </a:cubicBezTo>
                      <a:cubicBezTo>
                        <a:pt x="520958" y="162284"/>
                        <a:pt x="522330" y="177303"/>
                        <a:pt x="532440" y="185720"/>
                      </a:cubicBezTo>
                      <a:lnTo>
                        <a:pt x="653348" y="286477"/>
                      </a:lnTo>
                      <a:lnTo>
                        <a:pt x="532440" y="387233"/>
                      </a:lnTo>
                      <a:cubicBezTo>
                        <a:pt x="525712" y="392619"/>
                        <a:pt x="522419" y="401221"/>
                        <a:pt x="523831" y="409723"/>
                      </a:cubicBezTo>
                      <a:cubicBezTo>
                        <a:pt x="525243" y="418225"/>
                        <a:pt x="531138" y="425301"/>
                        <a:pt x="539246" y="428224"/>
                      </a:cubicBezTo>
                      <a:cubicBezTo>
                        <a:pt x="547354" y="431147"/>
                        <a:pt x="556408" y="429461"/>
                        <a:pt x="562920" y="423815"/>
                      </a:cubicBezTo>
                      <a:lnTo>
                        <a:pt x="705795" y="304753"/>
                      </a:lnTo>
                      <a:cubicBezTo>
                        <a:pt x="711223" y="300228"/>
                        <a:pt x="714361" y="293528"/>
                        <a:pt x="714361" y="286462"/>
                      </a:cubicBezTo>
                      <a:cubicBezTo>
                        <a:pt x="714361" y="279396"/>
                        <a:pt x="711223" y="272695"/>
                        <a:pt x="705795" y="268171"/>
                      </a:cubicBezTo>
                      <a:close/>
                      <a:moveTo>
                        <a:pt x="460556" y="2155"/>
                      </a:moveTo>
                      <a:cubicBezTo>
                        <a:pt x="454620" y="0"/>
                        <a:pt x="448070" y="291"/>
                        <a:pt x="442349" y="2965"/>
                      </a:cubicBezTo>
                      <a:cubicBezTo>
                        <a:pt x="436627" y="5639"/>
                        <a:pt x="432202" y="10476"/>
                        <a:pt x="430047" y="16413"/>
                      </a:cubicBezTo>
                      <a:lnTo>
                        <a:pt x="239547" y="540288"/>
                      </a:lnTo>
                      <a:cubicBezTo>
                        <a:pt x="237382" y="546228"/>
                        <a:pt x="237669" y="552785"/>
                        <a:pt x="240343" y="558514"/>
                      </a:cubicBezTo>
                      <a:cubicBezTo>
                        <a:pt x="243018" y="564243"/>
                        <a:pt x="247861" y="568673"/>
                        <a:pt x="253804" y="570828"/>
                      </a:cubicBezTo>
                      <a:cubicBezTo>
                        <a:pt x="256413" y="571755"/>
                        <a:pt x="259162" y="572228"/>
                        <a:pt x="261930" y="572227"/>
                      </a:cubicBezTo>
                      <a:cubicBezTo>
                        <a:pt x="271948" y="572227"/>
                        <a:pt x="280895" y="565957"/>
                        <a:pt x="284314" y="556540"/>
                      </a:cubicBezTo>
                      <a:lnTo>
                        <a:pt x="474814" y="32665"/>
                      </a:lnTo>
                      <a:cubicBezTo>
                        <a:pt x="476969" y="26729"/>
                        <a:pt x="476678" y="20179"/>
                        <a:pt x="474004" y="14457"/>
                      </a:cubicBezTo>
                      <a:cubicBezTo>
                        <a:pt x="471330" y="8735"/>
                        <a:pt x="466493" y="4310"/>
                        <a:pt x="460556" y="2155"/>
                      </a:cubicBezTo>
                      <a:close/>
                    </a:path>
                  </a:pathLst>
                </a:custGeom>
                <a:solidFill>
                  <a:srgbClr val="F3F5F3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9678644" y="3860482"/>
                <a:ext cx="12548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Codex task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691688" y="424100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排队进入绑定任务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2266950" y="5143500"/>
            <a:ext cx="7658100" cy="609600"/>
            <a:chOff x="2266950" y="5143500"/>
            <a:chExt cx="7658100" cy="609600"/>
          </a:xfrm>
        </p:grpSpPr>
        <p:sp>
          <p:nvSpPr>
            <p:cNvPr id="32" name="Rectangle 32"/>
            <p:cNvSpPr/>
            <p:nvPr/>
          </p:nvSpPr>
          <p:spPr>
            <a:xfrm>
              <a:off x="2266950" y="5143500"/>
              <a:ext cx="7658100" cy="609600"/>
            </a:xfrm>
            <a:prstGeom prst="roundRect">
              <a:avLst>
                <a:gd name="adj" fmla="val 12500"/>
              </a:avLst>
            </a:prstGeom>
            <a:solidFill>
              <a:srgbClr val="19211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761661" y="5372100"/>
              <a:ext cx="4668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键盘不理解内容。它只负责把声音可靠地送到 Mac。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32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3405" y="492442"/>
            <a:ext cx="5918471" cy="779146"/>
            <a:chOff x="573405" y="492442"/>
            <a:chExt cx="5918471" cy="779146"/>
          </a:xfrm>
        </p:grpSpPr>
        <p:sp>
          <p:nvSpPr>
            <p:cNvPr id="3" name="TextBox 3"/>
            <p:cNvSpPr txBox="1"/>
            <p:nvPr/>
          </p:nvSpPr>
          <p:spPr>
            <a:xfrm>
              <a:off x="573405" y="492442"/>
              <a:ext cx="591847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做完后：Codex → Luna High 总结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997268"/>
              <a:ext cx="47148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只总结最近几次助手的最终回复，不把过程日志念给人听。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" y="1714500"/>
            <a:ext cx="3429000" cy="3429000"/>
            <a:chOff x="609600" y="1714500"/>
            <a:chExt cx="3429000" cy="3429000"/>
          </a:xfrm>
        </p:grpSpPr>
        <p:sp>
          <p:nvSpPr>
            <p:cNvPr id="6" name="Rectangle 6"/>
            <p:cNvSpPr/>
            <p:nvPr/>
          </p:nvSpPr>
          <p:spPr>
            <a:xfrm>
              <a:off x="609600" y="1714500"/>
              <a:ext cx="342900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941784" y="2103834"/>
              <a:ext cx="402431" cy="402431"/>
              <a:chOff x="941784" y="2103834"/>
              <a:chExt cx="402431" cy="4024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57262" y="2119312"/>
                <a:ext cx="371475" cy="371475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371475">
                    <a:moveTo>
                      <a:pt x="371475" y="185738"/>
                    </a:moveTo>
                    <a:cubicBezTo>
                      <a:pt x="371475" y="288317"/>
                      <a:pt x="288317" y="371475"/>
                      <a:pt x="185738" y="371475"/>
                    </a:cubicBezTo>
                    <a:cubicBezTo>
                      <a:pt x="83158" y="371475"/>
                      <a:pt x="0" y="288317"/>
                      <a:pt x="0" y="185738"/>
                    </a:cubicBezTo>
                    <a:cubicBezTo>
                      <a:pt x="0" y="83158"/>
                      <a:pt x="83158" y="0"/>
                      <a:pt x="185738" y="0"/>
                    </a:cubicBezTo>
                    <a:cubicBezTo>
                      <a:pt x="288317" y="0"/>
                      <a:pt x="371475" y="83158"/>
                      <a:pt x="371475" y="185738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41784" y="2103834"/>
                <a:ext cx="402431" cy="402431"/>
              </a:xfrm>
              <a:custGeom>
                <a:avLst/>
                <a:gdLst/>
                <a:ahLst/>
                <a:cxnLst/>
                <a:rect l="l" t="t" r="r" b="b"/>
                <a:pathLst>
                  <a:path w="402431" h="402431">
                    <a:moveTo>
                      <a:pt x="289557" y="143830"/>
                    </a:moveTo>
                    <a:cubicBezTo>
                      <a:pt x="292463" y="146734"/>
                      <a:pt x="294097" y="150673"/>
                      <a:pt x="294097" y="154781"/>
                    </a:cubicBezTo>
                    <a:cubicBezTo>
                      <a:pt x="294097" y="158889"/>
                      <a:pt x="292463" y="162829"/>
                      <a:pt x="289557" y="165732"/>
                    </a:cubicBezTo>
                    <a:lnTo>
                      <a:pt x="181210" y="274079"/>
                    </a:lnTo>
                    <a:cubicBezTo>
                      <a:pt x="178307" y="276985"/>
                      <a:pt x="174367" y="278618"/>
                      <a:pt x="170259" y="278618"/>
                    </a:cubicBezTo>
                    <a:cubicBezTo>
                      <a:pt x="166151" y="278618"/>
                      <a:pt x="162212" y="276985"/>
                      <a:pt x="159309" y="274079"/>
                    </a:cubicBezTo>
                    <a:lnTo>
                      <a:pt x="112874" y="227645"/>
                    </a:lnTo>
                    <a:cubicBezTo>
                      <a:pt x="106826" y="221597"/>
                      <a:pt x="106826" y="211791"/>
                      <a:pt x="112874" y="205743"/>
                    </a:cubicBezTo>
                    <a:cubicBezTo>
                      <a:pt x="118922" y="199695"/>
                      <a:pt x="128728" y="199695"/>
                      <a:pt x="134776" y="205743"/>
                    </a:cubicBezTo>
                    <a:lnTo>
                      <a:pt x="170259" y="241246"/>
                    </a:lnTo>
                    <a:lnTo>
                      <a:pt x="267655" y="143830"/>
                    </a:lnTo>
                    <a:cubicBezTo>
                      <a:pt x="270559" y="140924"/>
                      <a:pt x="274498" y="139291"/>
                      <a:pt x="278606" y="139291"/>
                    </a:cubicBezTo>
                    <a:cubicBezTo>
                      <a:pt x="282714" y="139291"/>
                      <a:pt x="286654" y="140924"/>
                      <a:pt x="289557" y="143830"/>
                    </a:cubicBezTo>
                    <a:close/>
                    <a:moveTo>
                      <a:pt x="402431" y="201216"/>
                    </a:moveTo>
                    <a:cubicBezTo>
                      <a:pt x="402431" y="312344"/>
                      <a:pt x="312344" y="402431"/>
                      <a:pt x="201216" y="402431"/>
                    </a:cubicBezTo>
                    <a:cubicBezTo>
                      <a:pt x="90087" y="402431"/>
                      <a:pt x="0" y="312344"/>
                      <a:pt x="0" y="201216"/>
                    </a:cubicBezTo>
                    <a:cubicBezTo>
                      <a:pt x="0" y="90087"/>
                      <a:pt x="90087" y="0"/>
                      <a:pt x="201216" y="0"/>
                    </a:cubicBezTo>
                    <a:cubicBezTo>
                      <a:pt x="312295" y="117"/>
                      <a:pt x="402314" y="90136"/>
                      <a:pt x="402431" y="201216"/>
                    </a:cubicBezTo>
                    <a:close/>
                    <a:moveTo>
                      <a:pt x="371475" y="201216"/>
                    </a:moveTo>
                    <a:cubicBezTo>
                      <a:pt x="371475" y="107184"/>
                      <a:pt x="295247" y="30956"/>
                      <a:pt x="201216" y="30956"/>
                    </a:cubicBezTo>
                    <a:cubicBezTo>
                      <a:pt x="107184" y="30956"/>
                      <a:pt x="30956" y="107184"/>
                      <a:pt x="30956" y="201216"/>
                    </a:cubicBezTo>
                    <a:cubicBezTo>
                      <a:pt x="30956" y="295247"/>
                      <a:pt x="107184" y="371475"/>
                      <a:pt x="201216" y="371475"/>
                    </a:cubicBezTo>
                    <a:cubicBezTo>
                      <a:pt x="295203" y="371368"/>
                      <a:pt x="371368" y="295203"/>
                      <a:pt x="371475" y="201216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539240" y="220599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任务完成事件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6300" y="2962275"/>
              <a:ext cx="1838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拿到助手最后的答复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6300" y="336232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保留完成了什么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6300" y="376237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保留结果和待办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038600" y="3295650"/>
            <a:ext cx="1371600" cy="266700"/>
            <a:chOff x="4038600" y="3295650"/>
            <a:chExt cx="1371600" cy="266700"/>
          </a:xfrm>
        </p:grpSpPr>
        <p:sp>
          <p:nvSpPr>
            <p:cNvPr id="15" name="Line 15"/>
            <p:cNvSpPr/>
            <p:nvPr/>
          </p:nvSpPr>
          <p:spPr>
            <a:xfrm>
              <a:off x="4038600" y="3429000"/>
              <a:ext cx="1104900" cy="9525"/>
            </a:xfrm>
            <a:custGeom>
              <a:avLst/>
              <a:gdLst/>
              <a:ahLst/>
              <a:cxnLst/>
              <a:rect l="l" t="t" r="r" b="b"/>
              <a:pathLst>
                <a:path w="1104900" h="9525">
                  <a:moveTo>
                    <a:pt x="0" y="0"/>
                  </a:moveTo>
                  <a:lnTo>
                    <a:pt x="1104900" y="0"/>
                  </a:lnTo>
                </a:path>
              </a:pathLst>
            </a:custGeom>
            <a:noFill/>
            <a:ln w="57150">
              <a:solidFill>
                <a:srgbClr val="1E9668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5143500" y="32956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410200" y="1714500"/>
            <a:ext cx="6172200" cy="3429000"/>
            <a:chOff x="5410200" y="1714500"/>
            <a:chExt cx="6172200" cy="3429000"/>
          </a:xfrm>
        </p:grpSpPr>
        <p:sp>
          <p:nvSpPr>
            <p:cNvPr id="18" name="Rectangle 18"/>
            <p:cNvSpPr/>
            <p:nvPr/>
          </p:nvSpPr>
          <p:spPr>
            <a:xfrm>
              <a:off x="5410200" y="1714500"/>
              <a:ext cx="6172200" cy="3429000"/>
            </a:xfrm>
            <a:prstGeom prst="roundRect">
              <a:avLst>
                <a:gd name="adj" fmla="val 2222"/>
              </a:avLst>
            </a:prstGeom>
            <a:solidFill>
              <a:srgbClr val="19211F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802279" y="2117132"/>
              <a:ext cx="435028" cy="373664"/>
              <a:chOff x="5802279" y="2117132"/>
              <a:chExt cx="435028" cy="37366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5818584" y="2134791"/>
                <a:ext cx="402431" cy="340519"/>
              </a:xfrm>
              <a:custGeom>
                <a:avLst/>
                <a:gdLst/>
                <a:ahLst/>
                <a:cxnLst/>
                <a:rect l="l" t="t" r="r" b="b"/>
                <a:pathLst>
                  <a:path w="402431" h="340519">
                    <a:moveTo>
                      <a:pt x="402431" y="170259"/>
                    </a:moveTo>
                    <a:lnTo>
                      <a:pt x="294084" y="340519"/>
                    </a:lnTo>
                    <a:lnTo>
                      <a:pt x="108347" y="340519"/>
                    </a:lnTo>
                    <a:lnTo>
                      <a:pt x="0" y="170259"/>
                    </a:lnTo>
                    <a:lnTo>
                      <a:pt x="108347" y="0"/>
                    </a:lnTo>
                    <a:lnTo>
                      <a:pt x="294084" y="0"/>
                    </a:ln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802279" y="2117132"/>
                <a:ext cx="435028" cy="373664"/>
              </a:xfrm>
              <a:custGeom>
                <a:avLst/>
                <a:gdLst/>
                <a:ahLst/>
                <a:cxnLst/>
                <a:rect l="l" t="t" r="r" b="b"/>
                <a:pathLst>
                  <a:path w="435028" h="373664">
                    <a:moveTo>
                      <a:pt x="137712" y="25978"/>
                    </a:moveTo>
                    <a:lnTo>
                      <a:pt x="34647" y="187918"/>
                    </a:lnTo>
                    <a:lnTo>
                      <a:pt x="137712" y="349858"/>
                    </a:lnTo>
                    <a:cubicBezTo>
                      <a:pt x="139918" y="353324"/>
                      <a:pt x="140657" y="357524"/>
                      <a:pt x="139764" y="361534"/>
                    </a:cubicBezTo>
                    <a:cubicBezTo>
                      <a:pt x="138871" y="365544"/>
                      <a:pt x="136421" y="369035"/>
                      <a:pt x="132952" y="371237"/>
                    </a:cubicBezTo>
                    <a:cubicBezTo>
                      <a:pt x="130476" y="372824"/>
                      <a:pt x="127594" y="373664"/>
                      <a:pt x="124652" y="373656"/>
                    </a:cubicBezTo>
                    <a:cubicBezTo>
                      <a:pt x="119351" y="373661"/>
                      <a:pt x="114416" y="370952"/>
                      <a:pt x="111573" y="366478"/>
                    </a:cubicBezTo>
                    <a:lnTo>
                      <a:pt x="3226" y="196218"/>
                    </a:lnTo>
                    <a:cubicBezTo>
                      <a:pt x="0" y="191148"/>
                      <a:pt x="0" y="184669"/>
                      <a:pt x="3226" y="179599"/>
                    </a:cubicBezTo>
                    <a:lnTo>
                      <a:pt x="111573" y="9339"/>
                    </a:lnTo>
                    <a:cubicBezTo>
                      <a:pt x="116163" y="2127"/>
                      <a:pt x="125730" y="0"/>
                      <a:pt x="132943" y="4589"/>
                    </a:cubicBezTo>
                    <a:cubicBezTo>
                      <a:pt x="140155" y="9179"/>
                      <a:pt x="142282" y="18746"/>
                      <a:pt x="137693" y="25959"/>
                    </a:cubicBezTo>
                    <a:close/>
                    <a:moveTo>
                      <a:pt x="431796" y="179618"/>
                    </a:moveTo>
                    <a:lnTo>
                      <a:pt x="323449" y="9359"/>
                    </a:lnTo>
                    <a:cubicBezTo>
                      <a:pt x="318860" y="2146"/>
                      <a:pt x="309293" y="19"/>
                      <a:pt x="302080" y="4609"/>
                    </a:cubicBezTo>
                    <a:cubicBezTo>
                      <a:pt x="294867" y="9198"/>
                      <a:pt x="292741" y="18766"/>
                      <a:pt x="297330" y="25978"/>
                    </a:cubicBezTo>
                    <a:lnTo>
                      <a:pt x="400395" y="187918"/>
                    </a:lnTo>
                    <a:lnTo>
                      <a:pt x="297330" y="349858"/>
                    </a:lnTo>
                    <a:cubicBezTo>
                      <a:pt x="295124" y="353324"/>
                      <a:pt x="294386" y="357524"/>
                      <a:pt x="295278" y="361534"/>
                    </a:cubicBezTo>
                    <a:cubicBezTo>
                      <a:pt x="296171" y="365544"/>
                      <a:pt x="298622" y="369035"/>
                      <a:pt x="302090" y="371237"/>
                    </a:cubicBezTo>
                    <a:cubicBezTo>
                      <a:pt x="304566" y="372824"/>
                      <a:pt x="307448" y="373664"/>
                      <a:pt x="310390" y="373656"/>
                    </a:cubicBezTo>
                    <a:cubicBezTo>
                      <a:pt x="315691" y="373661"/>
                      <a:pt x="320626" y="370952"/>
                      <a:pt x="323469" y="366478"/>
                    </a:cubicBezTo>
                    <a:lnTo>
                      <a:pt x="431816" y="196218"/>
                    </a:lnTo>
                    <a:cubicBezTo>
                      <a:pt x="435028" y="191149"/>
                      <a:pt x="435020" y="184680"/>
                      <a:pt x="431796" y="179618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6416040" y="2205990"/>
              <a:ext cx="33221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口播示例，不是真机验收记录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51195" y="2946082"/>
              <a:ext cx="41234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“已改好表单校验，空姓名现在不能提交。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51195" y="3346132"/>
              <a:ext cx="43434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单元测试通过了，手机上还需要你试一次。”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772150" y="4229100"/>
              <a:ext cx="5276850" cy="9525"/>
            </a:xfrm>
            <a:custGeom>
              <a:avLst/>
              <a:gdLst/>
              <a:ahLst/>
              <a:cxnLst/>
              <a:rect l="l" t="t" r="r" b="b"/>
              <a:pathLst>
                <a:path w="5276850" h="9525">
                  <a:moveTo>
                    <a:pt x="0" y="0"/>
                  </a:moveTo>
                  <a:lnTo>
                    <a:pt x="5276850" y="0"/>
                  </a:lnTo>
                </a:path>
              </a:pathLst>
            </a:custGeom>
            <a:noFill/>
            <a:ln w="19050">
              <a:solidFill>
                <a:srgbClr val="5D686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51195" y="4393882"/>
              <a:ext cx="417842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0A636"/>
                  </a:solidFill>
                  <a:latin typeface="Arial"/>
                  <a:ea typeface="Microsoft YaHei"/>
                  <a:cs typeface="Arial"/>
                </a:rPr>
                <a:t>上次没听的内容，也交给 Luna 一起整理。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55005" y="4769168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说清改动、验证结果，以及还需要人做什么。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33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2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695600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听回来：千问 TTS → 本地缓存 → 扬声器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84099" y="1981200"/>
            <a:ext cx="1851303" cy="2621756"/>
            <a:chOff x="884099" y="1981200"/>
            <a:chExt cx="1851303" cy="2621756"/>
          </a:xfrm>
        </p:grpSpPr>
        <p:sp>
          <p:nvSpPr>
            <p:cNvPr id="4" name="Ellipse 4"/>
            <p:cNvSpPr/>
            <p:nvPr/>
          </p:nvSpPr>
          <p:spPr>
            <a:xfrm>
              <a:off x="933450" y="1981200"/>
              <a:ext cx="1752600" cy="1752600"/>
            </a:xfrm>
            <a:prstGeom prst="ellipse">
              <a:avLst/>
            </a:prstGeom>
            <a:solidFill>
              <a:srgbClr val="2D7D9A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1379136" y="2572008"/>
              <a:ext cx="823679" cy="570348"/>
              <a:chOff x="1379136" y="2572008"/>
              <a:chExt cx="823679" cy="57034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704975" y="2752725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209550" y="104775"/>
                    </a:moveTo>
                    <a:cubicBezTo>
                      <a:pt x="209550" y="162641"/>
                      <a:pt x="162641" y="209550"/>
                      <a:pt x="104775" y="209550"/>
                    </a:cubicBezTo>
                    <a:cubicBezTo>
                      <a:pt x="46909" y="209550"/>
                      <a:pt x="0" y="162641"/>
                      <a:pt x="0" y="104775"/>
                    </a:cubicBezTo>
                    <a:cubicBezTo>
                      <a:pt x="0" y="46909"/>
                      <a:pt x="46909" y="0"/>
                      <a:pt x="104775" y="0"/>
                    </a:cubicBezTo>
                    <a:cubicBezTo>
                      <a:pt x="162641" y="0"/>
                      <a:pt x="209550" y="46909"/>
                      <a:pt x="209550" y="104775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379136" y="2572008"/>
                <a:ext cx="823679" cy="570348"/>
              </a:xfrm>
              <a:custGeom>
                <a:avLst/>
                <a:gdLst/>
                <a:ahLst/>
                <a:cxnLst/>
                <a:rect l="l" t="t" r="r" b="b"/>
                <a:pathLst>
                  <a:path w="823679" h="570348">
                    <a:moveTo>
                      <a:pt x="430614" y="154523"/>
                    </a:moveTo>
                    <a:cubicBezTo>
                      <a:pt x="358282" y="154523"/>
                      <a:pt x="299646" y="213160"/>
                      <a:pt x="299646" y="285492"/>
                    </a:cubicBezTo>
                    <a:cubicBezTo>
                      <a:pt x="299646" y="357824"/>
                      <a:pt x="358282" y="416460"/>
                      <a:pt x="430614" y="416460"/>
                    </a:cubicBezTo>
                    <a:cubicBezTo>
                      <a:pt x="502946" y="416460"/>
                      <a:pt x="561583" y="357824"/>
                      <a:pt x="561583" y="285492"/>
                    </a:cubicBezTo>
                    <a:cubicBezTo>
                      <a:pt x="561583" y="213160"/>
                      <a:pt x="502946" y="154523"/>
                      <a:pt x="430614" y="154523"/>
                    </a:cubicBezTo>
                    <a:close/>
                    <a:moveTo>
                      <a:pt x="430614" y="364073"/>
                    </a:moveTo>
                    <a:cubicBezTo>
                      <a:pt x="387215" y="364073"/>
                      <a:pt x="352033" y="328891"/>
                      <a:pt x="352033" y="285492"/>
                    </a:cubicBezTo>
                    <a:cubicBezTo>
                      <a:pt x="352033" y="242092"/>
                      <a:pt x="387215" y="206910"/>
                      <a:pt x="430614" y="206910"/>
                    </a:cubicBezTo>
                    <a:cubicBezTo>
                      <a:pt x="474014" y="206910"/>
                      <a:pt x="509196" y="242092"/>
                      <a:pt x="509196" y="285492"/>
                    </a:cubicBezTo>
                    <a:cubicBezTo>
                      <a:pt x="509196" y="328891"/>
                      <a:pt x="474014" y="364073"/>
                      <a:pt x="430614" y="364073"/>
                    </a:cubicBezTo>
                    <a:close/>
                    <a:moveTo>
                      <a:pt x="671957" y="387451"/>
                    </a:moveTo>
                    <a:cubicBezTo>
                      <a:pt x="660703" y="414056"/>
                      <a:pt x="645126" y="438617"/>
                      <a:pt x="625856" y="460139"/>
                    </a:cubicBezTo>
                    <a:cubicBezTo>
                      <a:pt x="616148" y="470643"/>
                      <a:pt x="599807" y="471417"/>
                      <a:pt x="589149" y="461877"/>
                    </a:cubicBezTo>
                    <a:cubicBezTo>
                      <a:pt x="578491" y="452337"/>
                      <a:pt x="577458" y="436011"/>
                      <a:pt x="586827" y="425203"/>
                    </a:cubicBezTo>
                    <a:cubicBezTo>
                      <a:pt x="658043" y="345687"/>
                      <a:pt x="658043" y="225329"/>
                      <a:pt x="586827" y="145814"/>
                    </a:cubicBezTo>
                    <a:cubicBezTo>
                      <a:pt x="580408" y="138868"/>
                      <a:pt x="578232" y="129002"/>
                      <a:pt x="581133" y="120000"/>
                    </a:cubicBezTo>
                    <a:cubicBezTo>
                      <a:pt x="584034" y="110999"/>
                      <a:pt x="591562" y="104260"/>
                      <a:pt x="600829" y="102370"/>
                    </a:cubicBezTo>
                    <a:cubicBezTo>
                      <a:pt x="610095" y="100480"/>
                      <a:pt x="619661" y="103732"/>
                      <a:pt x="625856" y="110878"/>
                    </a:cubicBezTo>
                    <a:cubicBezTo>
                      <a:pt x="693365" y="186420"/>
                      <a:pt x="711314" y="294096"/>
                      <a:pt x="671957" y="387451"/>
                    </a:cubicBezTo>
                    <a:close/>
                    <a:moveTo>
                      <a:pt x="237435" y="203931"/>
                    </a:moveTo>
                    <a:cubicBezTo>
                      <a:pt x="205888" y="278610"/>
                      <a:pt x="220246" y="364787"/>
                      <a:pt x="274303" y="425203"/>
                    </a:cubicBezTo>
                    <a:cubicBezTo>
                      <a:pt x="283673" y="436011"/>
                      <a:pt x="282639" y="452337"/>
                      <a:pt x="271981" y="461877"/>
                    </a:cubicBezTo>
                    <a:cubicBezTo>
                      <a:pt x="261323" y="471417"/>
                      <a:pt x="244983" y="470643"/>
                      <a:pt x="235274" y="460139"/>
                    </a:cubicBezTo>
                    <a:cubicBezTo>
                      <a:pt x="146229" y="360745"/>
                      <a:pt x="146229" y="210271"/>
                      <a:pt x="235274" y="110878"/>
                    </a:cubicBezTo>
                    <a:cubicBezTo>
                      <a:pt x="244922" y="100073"/>
                      <a:pt x="261501" y="99135"/>
                      <a:pt x="272306" y="108782"/>
                    </a:cubicBezTo>
                    <a:cubicBezTo>
                      <a:pt x="283110" y="118429"/>
                      <a:pt x="284049" y="135009"/>
                      <a:pt x="274401" y="145814"/>
                    </a:cubicBezTo>
                    <a:cubicBezTo>
                      <a:pt x="258947" y="163006"/>
                      <a:pt x="246455" y="182646"/>
                      <a:pt x="237435" y="203931"/>
                    </a:cubicBezTo>
                    <a:close/>
                    <a:moveTo>
                      <a:pt x="823521" y="285492"/>
                    </a:moveTo>
                    <a:cubicBezTo>
                      <a:pt x="823679" y="388359"/>
                      <a:pt x="783349" y="487156"/>
                      <a:pt x="711248" y="560526"/>
                    </a:cubicBezTo>
                    <a:cubicBezTo>
                      <a:pt x="704754" y="567469"/>
                      <a:pt x="695009" y="570348"/>
                      <a:pt x="685785" y="568050"/>
                    </a:cubicBezTo>
                    <a:cubicBezTo>
                      <a:pt x="676561" y="565752"/>
                      <a:pt x="669306" y="558637"/>
                      <a:pt x="666829" y="549459"/>
                    </a:cubicBezTo>
                    <a:cubicBezTo>
                      <a:pt x="664351" y="540281"/>
                      <a:pt x="667041" y="530482"/>
                      <a:pt x="673856" y="523855"/>
                    </a:cubicBezTo>
                    <a:cubicBezTo>
                      <a:pt x="803732" y="391534"/>
                      <a:pt x="803732" y="179581"/>
                      <a:pt x="673856" y="47260"/>
                    </a:cubicBezTo>
                    <a:cubicBezTo>
                      <a:pt x="663693" y="36934"/>
                      <a:pt x="663825" y="20325"/>
                      <a:pt x="674151" y="10163"/>
                    </a:cubicBezTo>
                    <a:cubicBezTo>
                      <a:pt x="684476" y="0"/>
                      <a:pt x="701085" y="132"/>
                      <a:pt x="711248" y="10457"/>
                    </a:cubicBezTo>
                    <a:cubicBezTo>
                      <a:pt x="783349" y="83827"/>
                      <a:pt x="823679" y="182624"/>
                      <a:pt x="823521" y="285492"/>
                    </a:cubicBezTo>
                    <a:close/>
                    <a:moveTo>
                      <a:pt x="187373" y="523789"/>
                    </a:moveTo>
                    <a:cubicBezTo>
                      <a:pt x="193935" y="530469"/>
                      <a:pt x="196435" y="540142"/>
                      <a:pt x="193932" y="549165"/>
                    </a:cubicBezTo>
                    <a:cubicBezTo>
                      <a:pt x="191429" y="558187"/>
                      <a:pt x="184302" y="565189"/>
                      <a:pt x="175236" y="567533"/>
                    </a:cubicBezTo>
                    <a:cubicBezTo>
                      <a:pt x="166171" y="569876"/>
                      <a:pt x="156543" y="567205"/>
                      <a:pt x="149981" y="560526"/>
                    </a:cubicBezTo>
                    <a:cubicBezTo>
                      <a:pt x="0" y="407840"/>
                      <a:pt x="0" y="163143"/>
                      <a:pt x="149981" y="10457"/>
                    </a:cubicBezTo>
                    <a:cubicBezTo>
                      <a:pt x="156475" y="3515"/>
                      <a:pt x="166220" y="635"/>
                      <a:pt x="175444" y="2933"/>
                    </a:cubicBezTo>
                    <a:cubicBezTo>
                      <a:pt x="184668" y="5231"/>
                      <a:pt x="191923" y="12347"/>
                      <a:pt x="194400" y="21524"/>
                    </a:cubicBezTo>
                    <a:cubicBezTo>
                      <a:pt x="196877" y="30702"/>
                      <a:pt x="194188" y="40501"/>
                      <a:pt x="187373" y="47129"/>
                    </a:cubicBezTo>
                    <a:cubicBezTo>
                      <a:pt x="57497" y="179450"/>
                      <a:pt x="57497" y="391403"/>
                      <a:pt x="187373" y="523724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289128" y="3977640"/>
              <a:ext cx="10412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千问 TTS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4099" y="4374356"/>
              <a:ext cx="18513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qwen-audio 3.0 tts flash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686050" y="1981200"/>
            <a:ext cx="4286250" cy="2621756"/>
            <a:chOff x="2686050" y="1981200"/>
            <a:chExt cx="4286250" cy="2621756"/>
          </a:xfrm>
        </p:grpSpPr>
        <p:sp>
          <p:nvSpPr>
            <p:cNvPr id="11" name="Line 11"/>
            <p:cNvSpPr/>
            <p:nvPr/>
          </p:nvSpPr>
          <p:spPr>
            <a:xfrm>
              <a:off x="2686050" y="285750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57150">
              <a:solidFill>
                <a:srgbClr val="2D7D9A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4686300" y="27241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2D7D9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219700" y="1981200"/>
              <a:ext cx="1752600" cy="1752600"/>
            </a:xfrm>
            <a:prstGeom prst="ellipse">
              <a:avLst/>
            </a:prstGeom>
            <a:solidFill>
              <a:srgbClr val="19211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781675" y="2516981"/>
              <a:ext cx="628650" cy="681038"/>
              <a:chOff x="5781675" y="2516981"/>
              <a:chExt cx="628650" cy="68103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807869" y="2543175"/>
                <a:ext cx="576262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576262" h="314325">
                    <a:moveTo>
                      <a:pt x="576262" y="157162"/>
                    </a:moveTo>
                    <a:cubicBezTo>
                      <a:pt x="576262" y="243962"/>
                      <a:pt x="447258" y="314325"/>
                      <a:pt x="288131" y="314325"/>
                    </a:cubicBezTo>
                    <a:cubicBezTo>
                      <a:pt x="129004" y="314325"/>
                      <a:pt x="0" y="243962"/>
                      <a:pt x="0" y="157162"/>
                    </a:cubicBezTo>
                    <a:cubicBezTo>
                      <a:pt x="0" y="70363"/>
                      <a:pt x="129004" y="0"/>
                      <a:pt x="288131" y="0"/>
                    </a:cubicBezTo>
                    <a:cubicBezTo>
                      <a:pt x="447258" y="0"/>
                      <a:pt x="576262" y="70363"/>
                      <a:pt x="576262" y="157162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781675" y="2516981"/>
                <a:ext cx="628650" cy="681038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681038">
                    <a:moveTo>
                      <a:pt x="314325" y="0"/>
                    </a:moveTo>
                    <a:cubicBezTo>
                      <a:pt x="138074" y="0"/>
                      <a:pt x="0" y="80546"/>
                      <a:pt x="0" y="183356"/>
                    </a:cubicBezTo>
                    <a:lnTo>
                      <a:pt x="0" y="497681"/>
                    </a:lnTo>
                    <a:cubicBezTo>
                      <a:pt x="0" y="600492"/>
                      <a:pt x="138074" y="681038"/>
                      <a:pt x="314325" y="681038"/>
                    </a:cubicBezTo>
                    <a:cubicBezTo>
                      <a:pt x="490576" y="681038"/>
                      <a:pt x="628650" y="600492"/>
                      <a:pt x="628650" y="497681"/>
                    </a:cubicBezTo>
                    <a:lnTo>
                      <a:pt x="628650" y="183356"/>
                    </a:lnTo>
                    <a:cubicBezTo>
                      <a:pt x="628650" y="80546"/>
                      <a:pt x="490576" y="0"/>
                      <a:pt x="314325" y="0"/>
                    </a:cubicBezTo>
                    <a:close/>
                    <a:moveTo>
                      <a:pt x="576262" y="340519"/>
                    </a:moveTo>
                    <a:cubicBezTo>
                      <a:pt x="576262" y="372017"/>
                      <a:pt x="550462" y="404137"/>
                      <a:pt x="505507" y="428661"/>
                    </a:cubicBezTo>
                    <a:cubicBezTo>
                      <a:pt x="454887" y="456262"/>
                      <a:pt x="386980" y="471488"/>
                      <a:pt x="314325" y="471488"/>
                    </a:cubicBezTo>
                    <a:cubicBezTo>
                      <a:pt x="241670" y="471488"/>
                      <a:pt x="173763" y="456262"/>
                      <a:pt x="123143" y="428661"/>
                    </a:cubicBezTo>
                    <a:cubicBezTo>
                      <a:pt x="78188" y="404137"/>
                      <a:pt x="52388" y="372017"/>
                      <a:pt x="52388" y="340519"/>
                    </a:cubicBezTo>
                    <a:lnTo>
                      <a:pt x="52388" y="286036"/>
                    </a:lnTo>
                    <a:cubicBezTo>
                      <a:pt x="108246" y="335149"/>
                      <a:pt x="203755" y="366712"/>
                      <a:pt x="314325" y="366712"/>
                    </a:cubicBezTo>
                    <a:cubicBezTo>
                      <a:pt x="424895" y="366712"/>
                      <a:pt x="520404" y="335018"/>
                      <a:pt x="576262" y="286036"/>
                    </a:cubicBezTo>
                    <a:close/>
                    <a:moveTo>
                      <a:pt x="123143" y="95214"/>
                    </a:moveTo>
                    <a:cubicBezTo>
                      <a:pt x="173763" y="67613"/>
                      <a:pt x="241670" y="52388"/>
                      <a:pt x="314325" y="52388"/>
                    </a:cubicBezTo>
                    <a:cubicBezTo>
                      <a:pt x="386980" y="52388"/>
                      <a:pt x="454887" y="67613"/>
                      <a:pt x="505507" y="95214"/>
                    </a:cubicBezTo>
                    <a:cubicBezTo>
                      <a:pt x="550462" y="119738"/>
                      <a:pt x="576262" y="151858"/>
                      <a:pt x="576262" y="183356"/>
                    </a:cubicBezTo>
                    <a:cubicBezTo>
                      <a:pt x="576262" y="214854"/>
                      <a:pt x="550462" y="246974"/>
                      <a:pt x="505507" y="271498"/>
                    </a:cubicBezTo>
                    <a:cubicBezTo>
                      <a:pt x="454887" y="299100"/>
                      <a:pt x="386980" y="314325"/>
                      <a:pt x="314325" y="314325"/>
                    </a:cubicBezTo>
                    <a:cubicBezTo>
                      <a:pt x="241670" y="314325"/>
                      <a:pt x="173763" y="299100"/>
                      <a:pt x="123143" y="271498"/>
                    </a:cubicBezTo>
                    <a:cubicBezTo>
                      <a:pt x="78188" y="246974"/>
                      <a:pt x="52388" y="214854"/>
                      <a:pt x="52388" y="183356"/>
                    </a:cubicBezTo>
                    <a:cubicBezTo>
                      <a:pt x="52388" y="151858"/>
                      <a:pt x="78188" y="119738"/>
                      <a:pt x="123143" y="95214"/>
                    </a:cubicBezTo>
                    <a:close/>
                    <a:moveTo>
                      <a:pt x="505507" y="585823"/>
                    </a:moveTo>
                    <a:cubicBezTo>
                      <a:pt x="454887" y="613425"/>
                      <a:pt x="386980" y="628650"/>
                      <a:pt x="314325" y="628650"/>
                    </a:cubicBezTo>
                    <a:cubicBezTo>
                      <a:pt x="241670" y="628650"/>
                      <a:pt x="173763" y="613425"/>
                      <a:pt x="123143" y="585823"/>
                    </a:cubicBezTo>
                    <a:cubicBezTo>
                      <a:pt x="78188" y="561299"/>
                      <a:pt x="52388" y="529179"/>
                      <a:pt x="52388" y="497681"/>
                    </a:cubicBezTo>
                    <a:lnTo>
                      <a:pt x="52388" y="443198"/>
                    </a:lnTo>
                    <a:cubicBezTo>
                      <a:pt x="108246" y="492312"/>
                      <a:pt x="203755" y="523875"/>
                      <a:pt x="314325" y="523875"/>
                    </a:cubicBezTo>
                    <a:cubicBezTo>
                      <a:pt x="424895" y="523875"/>
                      <a:pt x="520404" y="492181"/>
                      <a:pt x="576262" y="443198"/>
                    </a:cubicBezTo>
                    <a:lnTo>
                      <a:pt x="576262" y="497681"/>
                    </a:lnTo>
                    <a:cubicBezTo>
                      <a:pt x="576262" y="529179"/>
                      <a:pt x="550462" y="561299"/>
                      <a:pt x="505507" y="585823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298143" y="3977640"/>
              <a:ext cx="159571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Mac 本地缓存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81638" y="43743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先生成好，等按键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972300" y="1981200"/>
            <a:ext cx="4286250" cy="2621756"/>
            <a:chOff x="6972300" y="1981200"/>
            <a:chExt cx="4286250" cy="2621756"/>
          </a:xfrm>
        </p:grpSpPr>
        <p:sp>
          <p:nvSpPr>
            <p:cNvPr id="20" name="Line 20"/>
            <p:cNvSpPr/>
            <p:nvPr/>
          </p:nvSpPr>
          <p:spPr>
            <a:xfrm>
              <a:off x="6972300" y="285750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57150">
              <a:solidFill>
                <a:srgbClr val="1E9668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8972550" y="27241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505950" y="1981200"/>
              <a:ext cx="1752600" cy="1752600"/>
            </a:xfrm>
            <a:prstGeom prst="ellipse">
              <a:avLst/>
            </a:prstGeom>
            <a:solidFill>
              <a:srgbClr val="1E9668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10015538" y="2515254"/>
              <a:ext cx="759670" cy="684475"/>
              <a:chOff x="10015538" y="2515254"/>
              <a:chExt cx="759670" cy="68447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10041731" y="2726531"/>
                <a:ext cx="183356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261938">
                    <a:moveTo>
                      <a:pt x="183356" y="0"/>
                    </a:moveTo>
                    <a:lnTo>
                      <a:pt x="183356" y="261938"/>
                    </a:lnTo>
                    <a:lnTo>
                      <a:pt x="26194" y="261938"/>
                    </a:lnTo>
                    <a:cubicBezTo>
                      <a:pt x="11727" y="261938"/>
                      <a:pt x="0" y="250210"/>
                      <a:pt x="0" y="235744"/>
                    </a:cubicBezTo>
                    <a:lnTo>
                      <a:pt x="0" y="26194"/>
                    </a:lnTo>
                    <a:cubicBezTo>
                      <a:pt x="0" y="11727"/>
                      <a:pt x="11727" y="0"/>
                      <a:pt x="26194" y="0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0015538" y="2515254"/>
                <a:ext cx="759670" cy="684475"/>
              </a:xfrm>
              <a:custGeom>
                <a:avLst/>
                <a:gdLst/>
                <a:ahLst/>
                <a:cxnLst/>
                <a:rect l="l" t="t" r="r" b="b"/>
                <a:pathLst>
                  <a:path w="759670" h="684475">
                    <a:moveTo>
                      <a:pt x="456786" y="4379"/>
                    </a:moveTo>
                    <a:cubicBezTo>
                      <a:pt x="447800" y="0"/>
                      <a:pt x="437104" y="1118"/>
                      <a:pt x="429217" y="7260"/>
                    </a:cubicBezTo>
                    <a:lnTo>
                      <a:pt x="200546" y="185083"/>
                    </a:lnTo>
                    <a:lnTo>
                      <a:pt x="52388" y="185083"/>
                    </a:lnTo>
                    <a:cubicBezTo>
                      <a:pt x="23455" y="185083"/>
                      <a:pt x="0" y="208538"/>
                      <a:pt x="0" y="237471"/>
                    </a:cubicBezTo>
                    <a:lnTo>
                      <a:pt x="0" y="447021"/>
                    </a:lnTo>
                    <a:cubicBezTo>
                      <a:pt x="0" y="475953"/>
                      <a:pt x="23455" y="499408"/>
                      <a:pt x="52388" y="499408"/>
                    </a:cubicBezTo>
                    <a:lnTo>
                      <a:pt x="200546" y="499408"/>
                    </a:lnTo>
                    <a:lnTo>
                      <a:pt x="429217" y="677231"/>
                    </a:lnTo>
                    <a:cubicBezTo>
                      <a:pt x="437112" y="683368"/>
                      <a:pt x="447812" y="684475"/>
                      <a:pt x="456796" y="680084"/>
                    </a:cubicBezTo>
                    <a:cubicBezTo>
                      <a:pt x="465780" y="675693"/>
                      <a:pt x="471480" y="666570"/>
                      <a:pt x="471488" y="656571"/>
                    </a:cubicBezTo>
                    <a:lnTo>
                      <a:pt x="471488" y="27921"/>
                    </a:lnTo>
                    <a:cubicBezTo>
                      <a:pt x="471489" y="17909"/>
                      <a:pt x="465783" y="8772"/>
                      <a:pt x="456786" y="4379"/>
                    </a:cubicBezTo>
                    <a:close/>
                    <a:moveTo>
                      <a:pt x="52388" y="237471"/>
                    </a:moveTo>
                    <a:lnTo>
                      <a:pt x="183356" y="237471"/>
                    </a:lnTo>
                    <a:lnTo>
                      <a:pt x="183356" y="447021"/>
                    </a:lnTo>
                    <a:lnTo>
                      <a:pt x="52388" y="447021"/>
                    </a:lnTo>
                    <a:close/>
                    <a:moveTo>
                      <a:pt x="419100" y="603004"/>
                    </a:moveTo>
                    <a:lnTo>
                      <a:pt x="235744" y="460412"/>
                    </a:lnTo>
                    <a:lnTo>
                      <a:pt x="235744" y="224079"/>
                    </a:lnTo>
                    <a:lnTo>
                      <a:pt x="419100" y="81487"/>
                    </a:lnTo>
                    <a:close/>
                    <a:moveTo>
                      <a:pt x="595908" y="255675"/>
                    </a:moveTo>
                    <a:cubicBezTo>
                      <a:pt x="639497" y="305159"/>
                      <a:pt x="639497" y="379333"/>
                      <a:pt x="595908" y="428816"/>
                    </a:cubicBezTo>
                    <a:cubicBezTo>
                      <a:pt x="586279" y="439396"/>
                      <a:pt x="569943" y="440294"/>
                      <a:pt x="559213" y="430833"/>
                    </a:cubicBezTo>
                    <a:cubicBezTo>
                      <a:pt x="548482" y="421373"/>
                      <a:pt x="547327" y="405053"/>
                      <a:pt x="556617" y="394175"/>
                    </a:cubicBezTo>
                    <a:cubicBezTo>
                      <a:pt x="582755" y="364489"/>
                      <a:pt x="582755" y="320002"/>
                      <a:pt x="556617" y="290317"/>
                    </a:cubicBezTo>
                    <a:cubicBezTo>
                      <a:pt x="547327" y="279438"/>
                      <a:pt x="548482" y="263118"/>
                      <a:pt x="559213" y="253658"/>
                    </a:cubicBezTo>
                    <a:cubicBezTo>
                      <a:pt x="569943" y="244197"/>
                      <a:pt x="586279" y="245095"/>
                      <a:pt x="595908" y="255675"/>
                    </a:cubicBezTo>
                    <a:close/>
                    <a:moveTo>
                      <a:pt x="759619" y="342246"/>
                    </a:moveTo>
                    <a:cubicBezTo>
                      <a:pt x="759656" y="406689"/>
                      <a:pt x="735907" y="468879"/>
                      <a:pt x="692923" y="516892"/>
                    </a:cubicBezTo>
                    <a:cubicBezTo>
                      <a:pt x="683214" y="527397"/>
                      <a:pt x="666874" y="528171"/>
                      <a:pt x="656216" y="518631"/>
                    </a:cubicBezTo>
                    <a:cubicBezTo>
                      <a:pt x="645558" y="509091"/>
                      <a:pt x="644525" y="492765"/>
                      <a:pt x="653894" y="481957"/>
                    </a:cubicBezTo>
                    <a:cubicBezTo>
                      <a:pt x="725035" y="402413"/>
                      <a:pt x="725035" y="282111"/>
                      <a:pt x="653894" y="202567"/>
                    </a:cubicBezTo>
                    <a:cubicBezTo>
                      <a:pt x="647475" y="195622"/>
                      <a:pt x="645299" y="185756"/>
                      <a:pt x="648200" y="176754"/>
                    </a:cubicBezTo>
                    <a:cubicBezTo>
                      <a:pt x="651101" y="167753"/>
                      <a:pt x="658629" y="161014"/>
                      <a:pt x="667896" y="159124"/>
                    </a:cubicBezTo>
                    <a:cubicBezTo>
                      <a:pt x="677162" y="157234"/>
                      <a:pt x="686728" y="160486"/>
                      <a:pt x="692923" y="167632"/>
                    </a:cubicBezTo>
                    <a:cubicBezTo>
                      <a:pt x="735918" y="215626"/>
                      <a:pt x="759670" y="277810"/>
                      <a:pt x="759619" y="342246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9729311" y="397764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键盘扬声器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692878" y="43743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边收边播，减少等待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362200" y="5238750"/>
            <a:ext cx="7467600" cy="590550"/>
            <a:chOff x="2362200" y="5238750"/>
            <a:chExt cx="7467600" cy="590550"/>
          </a:xfrm>
        </p:grpSpPr>
        <p:sp>
          <p:nvSpPr>
            <p:cNvPr id="29" name="Rectangle 29"/>
            <p:cNvSpPr/>
            <p:nvPr/>
          </p:nvSpPr>
          <p:spPr>
            <a:xfrm>
              <a:off x="2362200" y="5238750"/>
              <a:ext cx="746760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531632" y="5457825"/>
              <a:ext cx="51287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音频在 Mac 上缓存；键盘按下后，通过局域网流式取回。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34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  <p:bldP spid="28" grpId="0"/>
      <p:bldP spid="3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655695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从现有键盘，抽出自己的 App 和固件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9600" y="1638300"/>
            <a:ext cx="3067050" cy="3467100"/>
            <a:chOff x="609600" y="1638300"/>
            <a:chExt cx="3067050" cy="3467100"/>
          </a:xfrm>
        </p:grpSpPr>
        <p:sp>
          <p:nvSpPr>
            <p:cNvPr id="4" name="Rectangle 4"/>
            <p:cNvSpPr/>
            <p:nvPr/>
          </p:nvSpPr>
          <p:spPr>
            <a:xfrm>
              <a:off x="609600" y="1638300"/>
              <a:ext cx="3067050" cy="3467100"/>
            </a:xfrm>
            <a:prstGeom prst="roundRect">
              <a:avLst>
                <a:gd name="adj" fmla="val 2484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966787" y="2119312"/>
              <a:ext cx="466725" cy="333375"/>
              <a:chOff x="966787" y="2119312"/>
              <a:chExt cx="466725" cy="33337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983445" y="2135970"/>
                <a:ext cx="433399" cy="300018"/>
              </a:xfrm>
              <a:custGeom>
                <a:avLst/>
                <a:gdLst/>
                <a:ahLst/>
                <a:cxnLst/>
                <a:rect l="l" t="t" r="r" b="b"/>
                <a:pathLst>
                  <a:path w="433399" h="300018">
                    <a:moveTo>
                      <a:pt x="433399" y="17701"/>
                    </a:moveTo>
                    <a:lnTo>
                      <a:pt x="433399" y="282317"/>
                    </a:lnTo>
                    <a:cubicBezTo>
                      <a:pt x="433399" y="287009"/>
                      <a:pt x="431535" y="291508"/>
                      <a:pt x="428217" y="294826"/>
                    </a:cubicBezTo>
                    <a:cubicBezTo>
                      <a:pt x="424900" y="298143"/>
                      <a:pt x="420400" y="300007"/>
                      <a:pt x="415709" y="300007"/>
                    </a:cubicBezTo>
                    <a:lnTo>
                      <a:pt x="17742" y="300007"/>
                    </a:lnTo>
                    <a:cubicBezTo>
                      <a:pt x="13051" y="300018"/>
                      <a:pt x="8547" y="298165"/>
                      <a:pt x="5222" y="294855"/>
                    </a:cubicBezTo>
                    <a:cubicBezTo>
                      <a:pt x="1896" y="291546"/>
                      <a:pt x="22" y="287050"/>
                      <a:pt x="11" y="282359"/>
                    </a:cubicBezTo>
                    <a:lnTo>
                      <a:pt x="11" y="17742"/>
                    </a:lnTo>
                    <a:cubicBezTo>
                      <a:pt x="0" y="13044"/>
                      <a:pt x="1859" y="8533"/>
                      <a:pt x="5178" y="5207"/>
                    </a:cubicBezTo>
                    <a:cubicBezTo>
                      <a:pt x="8496" y="1881"/>
                      <a:pt x="13002" y="11"/>
                      <a:pt x="17701" y="11"/>
                    </a:cubicBezTo>
                    <a:lnTo>
                      <a:pt x="415667" y="11"/>
                    </a:lnTo>
                    <a:cubicBezTo>
                      <a:pt x="420366" y="0"/>
                      <a:pt x="424876" y="1859"/>
                      <a:pt x="428203" y="5178"/>
                    </a:cubicBezTo>
                    <a:cubicBezTo>
                      <a:pt x="431529" y="8496"/>
                      <a:pt x="433399" y="13002"/>
                      <a:pt x="433399" y="17701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66787" y="2119312"/>
                <a:ext cx="46672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466725" h="333375">
                    <a:moveTo>
                      <a:pt x="432367" y="0"/>
                    </a:moveTo>
                    <a:lnTo>
                      <a:pt x="34400" y="0"/>
                    </a:lnTo>
                    <a:cubicBezTo>
                      <a:pt x="15418" y="0"/>
                      <a:pt x="23" y="15376"/>
                      <a:pt x="0" y="34358"/>
                    </a:cubicBezTo>
                    <a:lnTo>
                      <a:pt x="0" y="298975"/>
                    </a:lnTo>
                    <a:cubicBezTo>
                      <a:pt x="0" y="317957"/>
                      <a:pt x="15376" y="333352"/>
                      <a:pt x="34358" y="333375"/>
                    </a:cubicBezTo>
                    <a:lnTo>
                      <a:pt x="432325" y="333375"/>
                    </a:lnTo>
                    <a:cubicBezTo>
                      <a:pt x="451307" y="333375"/>
                      <a:pt x="466702" y="317999"/>
                      <a:pt x="466725" y="299017"/>
                    </a:cubicBezTo>
                    <a:lnTo>
                      <a:pt x="466725" y="34400"/>
                    </a:lnTo>
                    <a:cubicBezTo>
                      <a:pt x="466725" y="15418"/>
                      <a:pt x="451349" y="23"/>
                      <a:pt x="432367" y="0"/>
                    </a:cubicBezTo>
                    <a:close/>
                    <a:moveTo>
                      <a:pt x="433388" y="299017"/>
                    </a:moveTo>
                    <a:cubicBezTo>
                      <a:pt x="433388" y="299287"/>
                      <a:pt x="433280" y="299547"/>
                      <a:pt x="433088" y="299738"/>
                    </a:cubicBezTo>
                    <a:cubicBezTo>
                      <a:pt x="432897" y="299930"/>
                      <a:pt x="432637" y="300038"/>
                      <a:pt x="432367" y="300038"/>
                    </a:cubicBezTo>
                    <a:lnTo>
                      <a:pt x="34400" y="300038"/>
                    </a:lnTo>
                    <a:cubicBezTo>
                      <a:pt x="34129" y="300038"/>
                      <a:pt x="33870" y="299930"/>
                      <a:pt x="33678" y="299738"/>
                    </a:cubicBezTo>
                    <a:cubicBezTo>
                      <a:pt x="33487" y="299547"/>
                      <a:pt x="33379" y="299287"/>
                      <a:pt x="33379" y="299017"/>
                    </a:cubicBezTo>
                    <a:lnTo>
                      <a:pt x="33379" y="34400"/>
                    </a:lnTo>
                    <a:cubicBezTo>
                      <a:pt x="33379" y="33836"/>
                      <a:pt x="33836" y="33379"/>
                      <a:pt x="34400" y="33379"/>
                    </a:cubicBezTo>
                    <a:lnTo>
                      <a:pt x="432367" y="33379"/>
                    </a:lnTo>
                    <a:cubicBezTo>
                      <a:pt x="432637" y="33379"/>
                      <a:pt x="432897" y="33487"/>
                      <a:pt x="433088" y="33678"/>
                    </a:cubicBezTo>
                    <a:cubicBezTo>
                      <a:pt x="433280" y="33870"/>
                      <a:pt x="433388" y="34129"/>
                      <a:pt x="433388" y="34400"/>
                    </a:cubicBezTo>
                    <a:close/>
                    <a:moveTo>
                      <a:pt x="400050" y="166688"/>
                    </a:moveTo>
                    <a:cubicBezTo>
                      <a:pt x="400050" y="175893"/>
                      <a:pt x="392587" y="183356"/>
                      <a:pt x="383381" y="183356"/>
                    </a:cubicBezTo>
                    <a:lnTo>
                      <a:pt x="83344" y="183356"/>
                    </a:lnTo>
                    <a:cubicBezTo>
                      <a:pt x="74138" y="183356"/>
                      <a:pt x="66675" y="175893"/>
                      <a:pt x="66675" y="166688"/>
                    </a:cubicBezTo>
                    <a:cubicBezTo>
                      <a:pt x="66675" y="157482"/>
                      <a:pt x="74138" y="150019"/>
                      <a:pt x="83344" y="150019"/>
                    </a:cubicBezTo>
                    <a:lnTo>
                      <a:pt x="383381" y="150019"/>
                    </a:lnTo>
                    <a:cubicBezTo>
                      <a:pt x="392587" y="150019"/>
                      <a:pt x="400050" y="157482"/>
                      <a:pt x="400050" y="166688"/>
                    </a:cubicBezTo>
                    <a:close/>
                    <a:moveTo>
                      <a:pt x="400050" y="100013"/>
                    </a:moveTo>
                    <a:cubicBezTo>
                      <a:pt x="400050" y="109218"/>
                      <a:pt x="392587" y="116681"/>
                      <a:pt x="383381" y="116681"/>
                    </a:cubicBezTo>
                    <a:lnTo>
                      <a:pt x="83344" y="116681"/>
                    </a:lnTo>
                    <a:cubicBezTo>
                      <a:pt x="74138" y="116681"/>
                      <a:pt x="66675" y="109218"/>
                      <a:pt x="66675" y="100013"/>
                    </a:cubicBezTo>
                    <a:cubicBezTo>
                      <a:pt x="66675" y="90807"/>
                      <a:pt x="74138" y="83344"/>
                      <a:pt x="83344" y="83344"/>
                    </a:cubicBezTo>
                    <a:lnTo>
                      <a:pt x="383381" y="83344"/>
                    </a:lnTo>
                    <a:cubicBezTo>
                      <a:pt x="392587" y="83344"/>
                      <a:pt x="400050" y="90807"/>
                      <a:pt x="400050" y="100013"/>
                    </a:cubicBezTo>
                    <a:close/>
                    <a:moveTo>
                      <a:pt x="116681" y="233363"/>
                    </a:moveTo>
                    <a:cubicBezTo>
                      <a:pt x="116681" y="242568"/>
                      <a:pt x="109218" y="250031"/>
                      <a:pt x="100013" y="250031"/>
                    </a:cubicBezTo>
                    <a:lnTo>
                      <a:pt x="83344" y="250031"/>
                    </a:lnTo>
                    <a:cubicBezTo>
                      <a:pt x="74138" y="250031"/>
                      <a:pt x="66675" y="242568"/>
                      <a:pt x="66675" y="233363"/>
                    </a:cubicBezTo>
                    <a:cubicBezTo>
                      <a:pt x="66675" y="224157"/>
                      <a:pt x="74138" y="216694"/>
                      <a:pt x="83344" y="216694"/>
                    </a:cubicBezTo>
                    <a:lnTo>
                      <a:pt x="100013" y="216694"/>
                    </a:lnTo>
                    <a:cubicBezTo>
                      <a:pt x="109218" y="216694"/>
                      <a:pt x="116681" y="224157"/>
                      <a:pt x="116681" y="233363"/>
                    </a:cubicBezTo>
                    <a:close/>
                    <a:moveTo>
                      <a:pt x="316706" y="233363"/>
                    </a:moveTo>
                    <a:cubicBezTo>
                      <a:pt x="316706" y="242568"/>
                      <a:pt x="309243" y="250031"/>
                      <a:pt x="300038" y="250031"/>
                    </a:cubicBezTo>
                    <a:lnTo>
                      <a:pt x="166688" y="250031"/>
                    </a:lnTo>
                    <a:cubicBezTo>
                      <a:pt x="157482" y="250031"/>
                      <a:pt x="150019" y="242568"/>
                      <a:pt x="150019" y="233363"/>
                    </a:cubicBezTo>
                    <a:cubicBezTo>
                      <a:pt x="150019" y="224157"/>
                      <a:pt x="157482" y="216694"/>
                      <a:pt x="166688" y="216694"/>
                    </a:cubicBezTo>
                    <a:lnTo>
                      <a:pt x="300038" y="216694"/>
                    </a:lnTo>
                    <a:cubicBezTo>
                      <a:pt x="309243" y="216694"/>
                      <a:pt x="316706" y="224157"/>
                      <a:pt x="316706" y="233363"/>
                    </a:cubicBezTo>
                    <a:close/>
                    <a:moveTo>
                      <a:pt x="400050" y="233363"/>
                    </a:moveTo>
                    <a:cubicBezTo>
                      <a:pt x="400050" y="242568"/>
                      <a:pt x="392587" y="250031"/>
                      <a:pt x="383381" y="250031"/>
                    </a:cubicBezTo>
                    <a:lnTo>
                      <a:pt x="366713" y="250031"/>
                    </a:lnTo>
                    <a:cubicBezTo>
                      <a:pt x="357507" y="250031"/>
                      <a:pt x="350044" y="242568"/>
                      <a:pt x="350044" y="233363"/>
                    </a:cubicBezTo>
                    <a:cubicBezTo>
                      <a:pt x="350044" y="224157"/>
                      <a:pt x="357507" y="216694"/>
                      <a:pt x="366713" y="216694"/>
                    </a:cubicBezTo>
                    <a:lnTo>
                      <a:pt x="383381" y="216694"/>
                    </a:lnTo>
                    <a:cubicBezTo>
                      <a:pt x="392587" y="216694"/>
                      <a:pt x="400050" y="224157"/>
                      <a:pt x="400050" y="233363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910590" y="2815590"/>
              <a:ext cx="22005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easy-codex-input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16305" y="33594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包含本地与远程探索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6305" y="370236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本次实际抽取源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16305" y="404526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原仓库保留不动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676650" y="2983706"/>
            <a:ext cx="1638300" cy="521494"/>
            <a:chOff x="3676650" y="2983706"/>
            <a:chExt cx="1638300" cy="521494"/>
          </a:xfrm>
        </p:grpSpPr>
        <p:sp>
          <p:nvSpPr>
            <p:cNvPr id="13" name="Line 13"/>
            <p:cNvSpPr/>
            <p:nvPr/>
          </p:nvSpPr>
          <p:spPr>
            <a:xfrm>
              <a:off x="3676650" y="3371850"/>
              <a:ext cx="1371600" cy="9525"/>
            </a:xfrm>
            <a:custGeom>
              <a:avLst/>
              <a:gdLst/>
              <a:ahLst/>
              <a:cxnLst/>
              <a:rect l="l" t="t" r="r" b="b"/>
              <a:pathLst>
                <a:path w="1371600" h="952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noFill/>
            <a:ln w="57150">
              <a:solidFill>
                <a:srgbClr val="1E9668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5048250" y="32385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02678" y="2983706"/>
              <a:ext cx="13862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抽取本地 Wi-Fi 版本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314950" y="1638300"/>
            <a:ext cx="6267450" cy="3467100"/>
            <a:chOff x="5314950" y="1638300"/>
            <a:chExt cx="6267450" cy="3467100"/>
          </a:xfrm>
        </p:grpSpPr>
        <p:sp>
          <p:nvSpPr>
            <p:cNvPr id="17" name="Rectangle 17"/>
            <p:cNvSpPr/>
            <p:nvPr/>
          </p:nvSpPr>
          <p:spPr>
            <a:xfrm>
              <a:off x="5314950" y="1638300"/>
              <a:ext cx="6267450" cy="3467100"/>
            </a:xfrm>
            <a:prstGeom prst="roundRect">
              <a:avLst>
                <a:gd name="adj" fmla="val 2198"/>
              </a:avLst>
            </a:prstGeom>
            <a:solidFill>
              <a:srgbClr val="19211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69280" y="1964055"/>
              <a:ext cx="231742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Codex_Keyboard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5695950" y="2686050"/>
              <a:ext cx="2514600" cy="1714500"/>
              <a:chOff x="5695950" y="2686050"/>
              <a:chExt cx="2514600" cy="1714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695950" y="2686050"/>
                <a:ext cx="2514600" cy="1714500"/>
              </a:xfrm>
              <a:prstGeom prst="roundRect">
                <a:avLst>
                  <a:gd name="adj" fmla="val 4444"/>
                </a:avLst>
              </a:prstGeom>
              <a:solidFill>
                <a:srgbClr val="2D7D9A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5976942" y="3009464"/>
                <a:ext cx="428616" cy="343337"/>
                <a:chOff x="5976942" y="3009464"/>
                <a:chExt cx="428616" cy="343337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5991225" y="3109912"/>
                  <a:ext cx="400050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050" h="142875">
                      <a:moveTo>
                        <a:pt x="400050" y="71438"/>
                      </a:moveTo>
                      <a:lnTo>
                        <a:pt x="314325" y="142875"/>
                      </a:lnTo>
                      <a:lnTo>
                        <a:pt x="85725" y="142875"/>
                      </a:lnTo>
                      <a:lnTo>
                        <a:pt x="0" y="71438"/>
                      </a:lnTo>
                      <a:lnTo>
                        <a:pt x="85725" y="0"/>
                      </a:lnTo>
                      <a:lnTo>
                        <a:pt x="314325" y="0"/>
                      </a:lnTo>
                      <a:close/>
                    </a:path>
                  </a:pathLst>
                </a:custGeom>
                <a:solidFill>
                  <a:srgbClr val="F3F5F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5976942" y="3009464"/>
                  <a:ext cx="428616" cy="3433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16" h="343337">
                      <a:moveTo>
                        <a:pt x="109152" y="111432"/>
                      </a:moveTo>
                      <a:lnTo>
                        <a:pt x="36607" y="171886"/>
                      </a:lnTo>
                      <a:lnTo>
                        <a:pt x="109152" y="232340"/>
                      </a:lnTo>
                      <a:cubicBezTo>
                        <a:pt x="113189" y="235572"/>
                        <a:pt x="115165" y="240732"/>
                        <a:pt x="114318" y="245834"/>
                      </a:cubicBezTo>
                      <a:cubicBezTo>
                        <a:pt x="113471" y="250935"/>
                        <a:pt x="109934" y="255181"/>
                        <a:pt x="105069" y="256934"/>
                      </a:cubicBezTo>
                      <a:cubicBezTo>
                        <a:pt x="100204" y="258688"/>
                        <a:pt x="94771" y="257677"/>
                        <a:pt x="90864" y="254289"/>
                      </a:cubicBezTo>
                      <a:lnTo>
                        <a:pt x="5139" y="182852"/>
                      </a:lnTo>
                      <a:cubicBezTo>
                        <a:pt x="1883" y="180137"/>
                        <a:pt x="0" y="176117"/>
                        <a:pt x="0" y="171877"/>
                      </a:cubicBezTo>
                      <a:cubicBezTo>
                        <a:pt x="0" y="167638"/>
                        <a:pt x="1883" y="163617"/>
                        <a:pt x="5139" y="160902"/>
                      </a:cubicBezTo>
                      <a:lnTo>
                        <a:pt x="90864" y="89465"/>
                      </a:lnTo>
                      <a:cubicBezTo>
                        <a:pt x="96930" y="84415"/>
                        <a:pt x="105942" y="85238"/>
                        <a:pt x="110992" y="91304"/>
                      </a:cubicBezTo>
                      <a:cubicBezTo>
                        <a:pt x="116042" y="97370"/>
                        <a:pt x="115218" y="106382"/>
                        <a:pt x="109152" y="111432"/>
                      </a:cubicBezTo>
                      <a:close/>
                      <a:moveTo>
                        <a:pt x="423477" y="160902"/>
                      </a:moveTo>
                      <a:lnTo>
                        <a:pt x="337752" y="89465"/>
                      </a:lnTo>
                      <a:cubicBezTo>
                        <a:pt x="331686" y="84415"/>
                        <a:pt x="322675" y="85238"/>
                        <a:pt x="317625" y="91304"/>
                      </a:cubicBezTo>
                      <a:cubicBezTo>
                        <a:pt x="312575" y="97370"/>
                        <a:pt x="313398" y="106382"/>
                        <a:pt x="319464" y="111432"/>
                      </a:cubicBezTo>
                      <a:lnTo>
                        <a:pt x="392009" y="171886"/>
                      </a:lnTo>
                      <a:lnTo>
                        <a:pt x="319464" y="232340"/>
                      </a:lnTo>
                      <a:cubicBezTo>
                        <a:pt x="315427" y="235572"/>
                        <a:pt x="313452" y="240732"/>
                        <a:pt x="314299" y="245834"/>
                      </a:cubicBezTo>
                      <a:cubicBezTo>
                        <a:pt x="315146" y="250935"/>
                        <a:pt x="318683" y="255181"/>
                        <a:pt x="323548" y="256934"/>
                      </a:cubicBezTo>
                      <a:cubicBezTo>
                        <a:pt x="328412" y="258688"/>
                        <a:pt x="333845" y="257677"/>
                        <a:pt x="337752" y="254289"/>
                      </a:cubicBezTo>
                      <a:lnTo>
                        <a:pt x="423477" y="182852"/>
                      </a:lnTo>
                      <a:cubicBezTo>
                        <a:pt x="426734" y="180137"/>
                        <a:pt x="428616" y="176117"/>
                        <a:pt x="428616" y="171877"/>
                      </a:cubicBezTo>
                      <a:cubicBezTo>
                        <a:pt x="428616" y="167638"/>
                        <a:pt x="426734" y="163617"/>
                        <a:pt x="423477" y="160902"/>
                      </a:cubicBezTo>
                      <a:close/>
                      <a:moveTo>
                        <a:pt x="276334" y="1293"/>
                      </a:moveTo>
                      <a:cubicBezTo>
                        <a:pt x="272772" y="0"/>
                        <a:pt x="268842" y="175"/>
                        <a:pt x="265409" y="1779"/>
                      </a:cubicBezTo>
                      <a:cubicBezTo>
                        <a:pt x="261976" y="3383"/>
                        <a:pt x="259321" y="6286"/>
                        <a:pt x="258028" y="9848"/>
                      </a:cubicBezTo>
                      <a:lnTo>
                        <a:pt x="143728" y="324173"/>
                      </a:lnTo>
                      <a:cubicBezTo>
                        <a:pt x="142429" y="327737"/>
                        <a:pt x="142601" y="331671"/>
                        <a:pt x="144206" y="335108"/>
                      </a:cubicBezTo>
                      <a:cubicBezTo>
                        <a:pt x="145811" y="338546"/>
                        <a:pt x="148716" y="341204"/>
                        <a:pt x="152283" y="342497"/>
                      </a:cubicBezTo>
                      <a:cubicBezTo>
                        <a:pt x="153848" y="343053"/>
                        <a:pt x="155497" y="343337"/>
                        <a:pt x="157158" y="343336"/>
                      </a:cubicBezTo>
                      <a:cubicBezTo>
                        <a:pt x="163169" y="343336"/>
                        <a:pt x="168537" y="339574"/>
                        <a:pt x="170588" y="333924"/>
                      </a:cubicBezTo>
                      <a:lnTo>
                        <a:pt x="284888" y="19599"/>
                      </a:lnTo>
                      <a:cubicBezTo>
                        <a:pt x="286182" y="16037"/>
                        <a:pt x="286007" y="12107"/>
                        <a:pt x="284403" y="8674"/>
                      </a:cubicBezTo>
                      <a:cubicBezTo>
                        <a:pt x="282798" y="5241"/>
                        <a:pt x="279896" y="2586"/>
                        <a:pt x="276334" y="1293"/>
                      </a:cubicBezTo>
                      <a:close/>
                    </a:path>
                  </a:pathLst>
                </a:custGeom>
                <a:solidFill>
                  <a:srgbClr val="F3F5F3"/>
                </a:solidFill>
                <a:ln>
                  <a:noFill/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5941695" y="3612832"/>
                <a:ext cx="122015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firmware/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948362" y="3993356"/>
                <a:ext cx="106370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ESP-IDF 设备端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8686800" y="2686050"/>
              <a:ext cx="2514600" cy="1714500"/>
              <a:chOff x="8686800" y="2686050"/>
              <a:chExt cx="2514600" cy="1714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8686800" y="2686050"/>
                <a:ext cx="2514600" cy="1714500"/>
              </a:xfrm>
              <a:prstGeom prst="roundRect">
                <a:avLst>
                  <a:gd name="adj" fmla="val 4444"/>
                </a:avLst>
              </a:prstGeom>
              <a:solidFill>
                <a:srgbClr val="1E9668"/>
              </a:solidFill>
              <a:ln>
                <a:noFill/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8996362" y="3024188"/>
                <a:ext cx="371475" cy="342900"/>
                <a:chOff x="8996362" y="3024188"/>
                <a:chExt cx="371475" cy="34290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9010650" y="3038475"/>
                  <a:ext cx="342900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185738">
                      <a:moveTo>
                        <a:pt x="342900" y="28575"/>
                      </a:moveTo>
                      <a:lnTo>
                        <a:pt x="342900" y="185738"/>
                      </a:lnTo>
                      <a:lnTo>
                        <a:pt x="0" y="185738"/>
                      </a:ln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314325" y="0"/>
                      </a:lnTo>
                      <a:cubicBezTo>
                        <a:pt x="330107" y="0"/>
                        <a:pt x="342900" y="12793"/>
                        <a:pt x="342900" y="28575"/>
                      </a:cubicBezTo>
                      <a:close/>
                    </a:path>
                  </a:pathLst>
                </a:custGeom>
                <a:solidFill>
                  <a:srgbClr val="F3F5F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8996362" y="3024188"/>
                  <a:ext cx="371475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42900">
                      <a:moveTo>
                        <a:pt x="328612" y="0"/>
                      </a:moveTo>
                      <a:lnTo>
                        <a:pt x="42862" y="0"/>
                      </a:lnTo>
                      <a:cubicBezTo>
                        <a:pt x="19190" y="0"/>
                        <a:pt x="0" y="19190"/>
                        <a:pt x="0" y="42862"/>
                      </a:cubicBezTo>
                      <a:lnTo>
                        <a:pt x="0" y="242888"/>
                      </a:lnTo>
                      <a:cubicBezTo>
                        <a:pt x="0" y="266560"/>
                        <a:pt x="19190" y="285750"/>
                        <a:pt x="42862" y="285750"/>
                      </a:cubicBezTo>
                      <a:lnTo>
                        <a:pt x="171450" y="285750"/>
                      </a:lnTo>
                      <a:lnTo>
                        <a:pt x="171450" y="314325"/>
                      </a:lnTo>
                      <a:lnTo>
                        <a:pt x="128588" y="314325"/>
                      </a:lnTo>
                      <a:cubicBezTo>
                        <a:pt x="120697" y="314325"/>
                        <a:pt x="114300" y="320722"/>
                        <a:pt x="114300" y="328612"/>
                      </a:cubicBezTo>
                      <a:cubicBezTo>
                        <a:pt x="114300" y="336503"/>
                        <a:pt x="120697" y="342900"/>
                        <a:pt x="128588" y="342900"/>
                      </a:cubicBezTo>
                      <a:lnTo>
                        <a:pt x="242888" y="342900"/>
                      </a:lnTo>
                      <a:cubicBezTo>
                        <a:pt x="250778" y="342900"/>
                        <a:pt x="257175" y="336503"/>
                        <a:pt x="257175" y="328612"/>
                      </a:cubicBezTo>
                      <a:cubicBezTo>
                        <a:pt x="257175" y="320722"/>
                        <a:pt x="250778" y="314325"/>
                        <a:pt x="242888" y="314325"/>
                      </a:cubicBezTo>
                      <a:lnTo>
                        <a:pt x="200025" y="314325"/>
                      </a:lnTo>
                      <a:lnTo>
                        <a:pt x="200025" y="285750"/>
                      </a:lnTo>
                      <a:lnTo>
                        <a:pt x="328612" y="285750"/>
                      </a:lnTo>
                      <a:cubicBezTo>
                        <a:pt x="352285" y="285750"/>
                        <a:pt x="371475" y="266560"/>
                        <a:pt x="371475" y="242888"/>
                      </a:cubicBezTo>
                      <a:lnTo>
                        <a:pt x="371475" y="42862"/>
                      </a:lnTo>
                      <a:cubicBezTo>
                        <a:pt x="371475" y="19190"/>
                        <a:pt x="352285" y="0"/>
                        <a:pt x="328612" y="0"/>
                      </a:cubicBezTo>
                      <a:close/>
                      <a:moveTo>
                        <a:pt x="42862" y="28575"/>
                      </a:moveTo>
                      <a:lnTo>
                        <a:pt x="328612" y="28575"/>
                      </a:lnTo>
                      <a:cubicBezTo>
                        <a:pt x="336503" y="28575"/>
                        <a:pt x="342900" y="34972"/>
                        <a:pt x="342900" y="42862"/>
                      </a:cubicBezTo>
                      <a:lnTo>
                        <a:pt x="342900" y="185738"/>
                      </a:lnTo>
                      <a:lnTo>
                        <a:pt x="28575" y="185738"/>
                      </a:lnTo>
                      <a:lnTo>
                        <a:pt x="28575" y="42862"/>
                      </a:lnTo>
                      <a:cubicBezTo>
                        <a:pt x="28575" y="34972"/>
                        <a:pt x="34972" y="28575"/>
                        <a:pt x="42862" y="28575"/>
                      </a:cubicBezTo>
                      <a:close/>
                      <a:moveTo>
                        <a:pt x="328612" y="257175"/>
                      </a:moveTo>
                      <a:lnTo>
                        <a:pt x="42862" y="257175"/>
                      </a:lnTo>
                      <a:cubicBezTo>
                        <a:pt x="34972" y="257175"/>
                        <a:pt x="28575" y="250778"/>
                        <a:pt x="28575" y="242888"/>
                      </a:cubicBezTo>
                      <a:lnTo>
                        <a:pt x="28575" y="214312"/>
                      </a:lnTo>
                      <a:lnTo>
                        <a:pt x="342900" y="214312"/>
                      </a:lnTo>
                      <a:lnTo>
                        <a:pt x="342900" y="242888"/>
                      </a:lnTo>
                      <a:cubicBezTo>
                        <a:pt x="342900" y="250778"/>
                        <a:pt x="336503" y="257175"/>
                        <a:pt x="328612" y="257175"/>
                      </a:cubicBezTo>
                      <a:close/>
                    </a:path>
                  </a:pathLst>
                </a:custGeom>
                <a:solidFill>
                  <a:srgbClr val="F3F5F3"/>
                </a:solidFill>
                <a:ln>
                  <a:noFill/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8932545" y="3612832"/>
                <a:ext cx="55017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app/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939212" y="3993356"/>
                <a:ext cx="117621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Mac Host 与界面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588645" y="5517832"/>
            <a:ext cx="7863888" cy="987743"/>
            <a:chOff x="588645" y="5517832"/>
            <a:chExt cx="7863888" cy="987743"/>
          </a:xfrm>
        </p:grpSpPr>
        <p:sp>
          <p:nvSpPr>
            <p:cNvPr id="34" name="TextBox 34"/>
            <p:cNvSpPr txBox="1"/>
            <p:nvPr/>
          </p:nvSpPr>
          <p:spPr>
            <a:xfrm>
              <a:off x="588645" y="5517832"/>
              <a:ext cx="78638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更早的固件基线来自 easy-input-keyboard；来源 commit 与许可见仓库记录。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98170" y="63226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35 / 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3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645718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第一次卡住：能烧录，不等于能播放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09600" y="1524000"/>
            <a:ext cx="5257800" cy="4038600"/>
            <a:chOff x="609600" y="1524000"/>
            <a:chExt cx="5257800" cy="4038600"/>
          </a:xfrm>
        </p:grpSpPr>
        <p:sp>
          <p:nvSpPr>
            <p:cNvPr id="4" name="Rectangle 4"/>
            <p:cNvSpPr/>
            <p:nvPr/>
          </p:nvSpPr>
          <p:spPr>
            <a:xfrm>
              <a:off x="609600" y="1524000"/>
              <a:ext cx="5257800" cy="4038600"/>
            </a:xfrm>
            <a:prstGeom prst="roundRect">
              <a:avLst>
                <a:gd name="adj" fmla="val 1887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950119" y="1935924"/>
              <a:ext cx="500062" cy="433452"/>
              <a:chOff x="950119" y="1935924"/>
              <a:chExt cx="500062" cy="43345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033462" y="2152650"/>
                <a:ext cx="33337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200025">
                    <a:moveTo>
                      <a:pt x="333375" y="0"/>
                    </a:moveTo>
                    <a:lnTo>
                      <a:pt x="333375" y="33338"/>
                    </a:lnTo>
                    <a:cubicBezTo>
                      <a:pt x="333375" y="125396"/>
                      <a:pt x="258746" y="200025"/>
                      <a:pt x="166688" y="200025"/>
                    </a:cubicBezTo>
                    <a:cubicBezTo>
                      <a:pt x="74629" y="200025"/>
                      <a:pt x="0" y="125396"/>
                      <a:pt x="0" y="3333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65C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50119" y="1935924"/>
                <a:ext cx="500062" cy="433452"/>
              </a:xfrm>
              <a:custGeom>
                <a:avLst/>
                <a:gdLst/>
                <a:ahLst/>
                <a:cxnLst/>
                <a:rect l="l" t="t" r="r" b="b"/>
                <a:pathLst>
                  <a:path w="500062" h="433452">
                    <a:moveTo>
                      <a:pt x="283369" y="141717"/>
                    </a:moveTo>
                    <a:cubicBezTo>
                      <a:pt x="283369" y="127908"/>
                      <a:pt x="294563" y="116714"/>
                      <a:pt x="308372" y="116714"/>
                    </a:cubicBezTo>
                    <a:cubicBezTo>
                      <a:pt x="322181" y="116714"/>
                      <a:pt x="333375" y="127908"/>
                      <a:pt x="333375" y="141717"/>
                    </a:cubicBezTo>
                    <a:cubicBezTo>
                      <a:pt x="333375" y="155526"/>
                      <a:pt x="322181" y="166720"/>
                      <a:pt x="308372" y="166720"/>
                    </a:cubicBezTo>
                    <a:cubicBezTo>
                      <a:pt x="294563" y="166720"/>
                      <a:pt x="283369" y="155526"/>
                      <a:pt x="283369" y="141717"/>
                    </a:cubicBezTo>
                    <a:close/>
                    <a:moveTo>
                      <a:pt x="191691" y="116714"/>
                    </a:moveTo>
                    <a:cubicBezTo>
                      <a:pt x="177882" y="116714"/>
                      <a:pt x="166688" y="127908"/>
                      <a:pt x="166688" y="141717"/>
                    </a:cubicBezTo>
                    <a:cubicBezTo>
                      <a:pt x="166688" y="155526"/>
                      <a:pt x="177882" y="166720"/>
                      <a:pt x="191691" y="166720"/>
                    </a:cubicBezTo>
                    <a:cubicBezTo>
                      <a:pt x="205499" y="166720"/>
                      <a:pt x="216694" y="155526"/>
                      <a:pt x="216694" y="141717"/>
                    </a:cubicBezTo>
                    <a:cubicBezTo>
                      <a:pt x="216694" y="127908"/>
                      <a:pt x="205499" y="116714"/>
                      <a:pt x="191691" y="116714"/>
                    </a:cubicBezTo>
                    <a:close/>
                    <a:moveTo>
                      <a:pt x="433388" y="250064"/>
                    </a:moveTo>
                    <a:cubicBezTo>
                      <a:pt x="433433" y="266244"/>
                      <a:pt x="431331" y="282359"/>
                      <a:pt x="427137" y="297986"/>
                    </a:cubicBezTo>
                    <a:lnTo>
                      <a:pt x="473476" y="318239"/>
                    </a:lnTo>
                    <a:cubicBezTo>
                      <a:pt x="480587" y="321478"/>
                      <a:pt x="484494" y="329222"/>
                      <a:pt x="482873" y="336866"/>
                    </a:cubicBezTo>
                    <a:cubicBezTo>
                      <a:pt x="481252" y="344510"/>
                      <a:pt x="474539" y="350002"/>
                      <a:pt x="466725" y="350076"/>
                    </a:cubicBezTo>
                    <a:cubicBezTo>
                      <a:pt x="464429" y="350082"/>
                      <a:pt x="462158" y="349606"/>
                      <a:pt x="460058" y="348680"/>
                    </a:cubicBezTo>
                    <a:lnTo>
                      <a:pt x="415427" y="329240"/>
                    </a:lnTo>
                    <a:cubicBezTo>
                      <a:pt x="384954" y="392922"/>
                      <a:pt x="320628" y="433452"/>
                      <a:pt x="250031" y="433452"/>
                    </a:cubicBezTo>
                    <a:cubicBezTo>
                      <a:pt x="179435" y="433452"/>
                      <a:pt x="115108" y="392922"/>
                      <a:pt x="84636" y="329240"/>
                    </a:cubicBezTo>
                    <a:lnTo>
                      <a:pt x="40005" y="348680"/>
                    </a:lnTo>
                    <a:cubicBezTo>
                      <a:pt x="37904" y="349606"/>
                      <a:pt x="35633" y="350082"/>
                      <a:pt x="33338" y="350076"/>
                    </a:cubicBezTo>
                    <a:cubicBezTo>
                      <a:pt x="25448" y="350071"/>
                      <a:pt x="18643" y="344536"/>
                      <a:pt x="17031" y="336814"/>
                    </a:cubicBezTo>
                    <a:cubicBezTo>
                      <a:pt x="15418" y="329091"/>
                      <a:pt x="19441" y="321295"/>
                      <a:pt x="26670" y="318135"/>
                    </a:cubicBezTo>
                    <a:lnTo>
                      <a:pt x="72926" y="297986"/>
                    </a:lnTo>
                    <a:cubicBezTo>
                      <a:pt x="68731" y="282359"/>
                      <a:pt x="66629" y="266244"/>
                      <a:pt x="66675" y="250064"/>
                    </a:cubicBezTo>
                    <a:lnTo>
                      <a:pt x="66675" y="233395"/>
                    </a:lnTo>
                    <a:lnTo>
                      <a:pt x="16669" y="233395"/>
                    </a:lnTo>
                    <a:cubicBezTo>
                      <a:pt x="7463" y="233395"/>
                      <a:pt x="0" y="225932"/>
                      <a:pt x="0" y="216726"/>
                    </a:cubicBezTo>
                    <a:cubicBezTo>
                      <a:pt x="0" y="207520"/>
                      <a:pt x="7463" y="200057"/>
                      <a:pt x="16669" y="200057"/>
                    </a:cubicBezTo>
                    <a:lnTo>
                      <a:pt x="66675" y="200057"/>
                    </a:lnTo>
                    <a:lnTo>
                      <a:pt x="66675" y="183389"/>
                    </a:lnTo>
                    <a:cubicBezTo>
                      <a:pt x="66629" y="167208"/>
                      <a:pt x="68731" y="151093"/>
                      <a:pt x="72926" y="135466"/>
                    </a:cubicBezTo>
                    <a:lnTo>
                      <a:pt x="26670" y="115318"/>
                    </a:lnTo>
                    <a:cubicBezTo>
                      <a:pt x="21080" y="113023"/>
                      <a:pt x="17170" y="107882"/>
                      <a:pt x="16451" y="101882"/>
                    </a:cubicBezTo>
                    <a:cubicBezTo>
                      <a:pt x="15731" y="95882"/>
                      <a:pt x="18315" y="89963"/>
                      <a:pt x="23204" y="86412"/>
                    </a:cubicBezTo>
                    <a:cubicBezTo>
                      <a:pt x="28093" y="82860"/>
                      <a:pt x="34522" y="82233"/>
                      <a:pt x="40005" y="84772"/>
                    </a:cubicBezTo>
                    <a:lnTo>
                      <a:pt x="84636" y="104212"/>
                    </a:lnTo>
                    <a:cubicBezTo>
                      <a:pt x="115108" y="40531"/>
                      <a:pt x="179435" y="0"/>
                      <a:pt x="250031" y="0"/>
                    </a:cubicBezTo>
                    <a:cubicBezTo>
                      <a:pt x="320628" y="0"/>
                      <a:pt x="384954" y="40531"/>
                      <a:pt x="415427" y="104212"/>
                    </a:cubicBezTo>
                    <a:lnTo>
                      <a:pt x="460058" y="84710"/>
                    </a:lnTo>
                    <a:cubicBezTo>
                      <a:pt x="468441" y="81268"/>
                      <a:pt x="478039" y="85155"/>
                      <a:pt x="481665" y="93460"/>
                    </a:cubicBezTo>
                    <a:cubicBezTo>
                      <a:pt x="485291" y="101766"/>
                      <a:pt x="481616" y="111447"/>
                      <a:pt x="473392" y="115255"/>
                    </a:cubicBezTo>
                    <a:lnTo>
                      <a:pt x="427137" y="135570"/>
                    </a:lnTo>
                    <a:cubicBezTo>
                      <a:pt x="431331" y="151198"/>
                      <a:pt x="433433" y="167312"/>
                      <a:pt x="433388" y="183493"/>
                    </a:cubicBezTo>
                    <a:lnTo>
                      <a:pt x="433388" y="200162"/>
                    </a:lnTo>
                    <a:lnTo>
                      <a:pt x="483394" y="200162"/>
                    </a:lnTo>
                    <a:cubicBezTo>
                      <a:pt x="492600" y="200162"/>
                      <a:pt x="500062" y="207625"/>
                      <a:pt x="500062" y="216830"/>
                    </a:cubicBezTo>
                    <a:cubicBezTo>
                      <a:pt x="500062" y="226036"/>
                      <a:pt x="492600" y="233499"/>
                      <a:pt x="483394" y="233499"/>
                    </a:cubicBezTo>
                    <a:lnTo>
                      <a:pt x="433388" y="233499"/>
                    </a:lnTo>
                    <a:close/>
                    <a:moveTo>
                      <a:pt x="100012" y="200057"/>
                    </a:moveTo>
                    <a:lnTo>
                      <a:pt x="400050" y="200057"/>
                    </a:lnTo>
                    <a:lnTo>
                      <a:pt x="400050" y="183389"/>
                    </a:lnTo>
                    <a:cubicBezTo>
                      <a:pt x="400050" y="100536"/>
                      <a:pt x="332884" y="33370"/>
                      <a:pt x="250031" y="33370"/>
                    </a:cubicBezTo>
                    <a:cubicBezTo>
                      <a:pt x="167178" y="33370"/>
                      <a:pt x="100012" y="100536"/>
                      <a:pt x="100012" y="183389"/>
                    </a:cubicBezTo>
                    <a:close/>
                    <a:moveTo>
                      <a:pt x="233362" y="399124"/>
                    </a:moveTo>
                    <a:lnTo>
                      <a:pt x="233362" y="233395"/>
                    </a:lnTo>
                    <a:lnTo>
                      <a:pt x="100012" y="233395"/>
                    </a:lnTo>
                    <a:lnTo>
                      <a:pt x="100012" y="250064"/>
                    </a:lnTo>
                    <a:cubicBezTo>
                      <a:pt x="100103" y="326426"/>
                      <a:pt x="157481" y="390564"/>
                      <a:pt x="233363" y="399124"/>
                    </a:cubicBezTo>
                    <a:close/>
                    <a:moveTo>
                      <a:pt x="400050" y="250064"/>
                    </a:moveTo>
                    <a:lnTo>
                      <a:pt x="400050" y="233395"/>
                    </a:lnTo>
                    <a:lnTo>
                      <a:pt x="266700" y="233395"/>
                    </a:lnTo>
                    <a:lnTo>
                      <a:pt x="266700" y="399124"/>
                    </a:lnTo>
                    <a:cubicBezTo>
                      <a:pt x="342581" y="390564"/>
                      <a:pt x="399959" y="326426"/>
                      <a:pt x="400050" y="250064"/>
                    </a:cubicBezTo>
                    <a:close/>
                  </a:path>
                </a:pathLst>
              </a:custGeom>
              <a:solidFill>
                <a:srgbClr val="D65C4A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651635" y="2037398"/>
              <a:ext cx="19607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进不了下载模式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14400" y="2828925"/>
              <a:ext cx="28384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症状：串口只在上电瞬间出现。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4400" y="3228975"/>
              <a:ext cx="32785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原因：这块板的 BOOT 时序不稳定。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33450" y="4095750"/>
              <a:ext cx="4286250" cy="914400"/>
            </a:xfrm>
            <a:prstGeom prst="roundRect">
              <a:avLst>
                <a:gd name="adj" fmla="val 8333"/>
              </a:avLst>
            </a:prstGeom>
            <a:solidFill>
              <a:srgbClr val="19211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44905" y="43119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做法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4905" y="4635818"/>
              <a:ext cx="34727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先拉住 debug reset，再抓断电上电瞬间。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24600" y="1524000"/>
            <a:ext cx="5257800" cy="4038600"/>
            <a:chOff x="6324600" y="1524000"/>
            <a:chExt cx="5257800" cy="4038600"/>
          </a:xfrm>
        </p:grpSpPr>
        <p:sp>
          <p:nvSpPr>
            <p:cNvPr id="15" name="Rectangle 15"/>
            <p:cNvSpPr/>
            <p:nvPr/>
          </p:nvSpPr>
          <p:spPr>
            <a:xfrm>
              <a:off x="6324600" y="1524000"/>
              <a:ext cx="5257800" cy="4038600"/>
            </a:xfrm>
            <a:prstGeom prst="roundRect">
              <a:avLst>
                <a:gd name="adj" fmla="val 1887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6681788" y="1934857"/>
              <a:ext cx="483426" cy="435575"/>
              <a:chOff x="6681788" y="1934857"/>
              <a:chExt cx="483426" cy="43557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6698456" y="2069306"/>
                <a:ext cx="116681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166688">
                    <a:moveTo>
                      <a:pt x="116681" y="0"/>
                    </a:moveTo>
                    <a:lnTo>
                      <a:pt x="116681" y="166688"/>
                    </a:lnTo>
                    <a:lnTo>
                      <a:pt x="16669" y="166688"/>
                    </a:lnTo>
                    <a:cubicBezTo>
                      <a:pt x="7463" y="166688"/>
                      <a:pt x="0" y="159225"/>
                      <a:pt x="0" y="150019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rgbClr val="E0A63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681788" y="1934857"/>
                <a:ext cx="483426" cy="435575"/>
              </a:xfrm>
              <a:custGeom>
                <a:avLst/>
                <a:gdLst/>
                <a:ahLst/>
                <a:cxnLst/>
                <a:rect l="l" t="t" r="r" b="b"/>
                <a:pathLst>
                  <a:path w="483426" h="435575">
                    <a:moveTo>
                      <a:pt x="290682" y="2787"/>
                    </a:moveTo>
                    <a:cubicBezTo>
                      <a:pt x="284963" y="0"/>
                      <a:pt x="278157" y="711"/>
                      <a:pt x="273138" y="4620"/>
                    </a:cubicBezTo>
                    <a:lnTo>
                      <a:pt x="127620" y="117780"/>
                    </a:lnTo>
                    <a:lnTo>
                      <a:pt x="33338" y="117780"/>
                    </a:lnTo>
                    <a:cubicBezTo>
                      <a:pt x="14926" y="117780"/>
                      <a:pt x="0" y="132706"/>
                      <a:pt x="0" y="151118"/>
                    </a:cubicBezTo>
                    <a:lnTo>
                      <a:pt x="0" y="284468"/>
                    </a:lnTo>
                    <a:cubicBezTo>
                      <a:pt x="0" y="302879"/>
                      <a:pt x="14926" y="317805"/>
                      <a:pt x="33338" y="317805"/>
                    </a:cubicBezTo>
                    <a:lnTo>
                      <a:pt x="127620" y="317805"/>
                    </a:lnTo>
                    <a:lnTo>
                      <a:pt x="273138" y="430965"/>
                    </a:lnTo>
                    <a:cubicBezTo>
                      <a:pt x="278162" y="434871"/>
                      <a:pt x="284971" y="435575"/>
                      <a:pt x="290688" y="432781"/>
                    </a:cubicBezTo>
                    <a:cubicBezTo>
                      <a:pt x="296405" y="429987"/>
                      <a:pt x="300033" y="424181"/>
                      <a:pt x="300038" y="417818"/>
                    </a:cubicBezTo>
                    <a:lnTo>
                      <a:pt x="300038" y="17768"/>
                    </a:lnTo>
                    <a:cubicBezTo>
                      <a:pt x="300038" y="11396"/>
                      <a:pt x="296407" y="5582"/>
                      <a:pt x="290682" y="2787"/>
                    </a:cubicBezTo>
                    <a:close/>
                    <a:moveTo>
                      <a:pt x="33338" y="151118"/>
                    </a:moveTo>
                    <a:lnTo>
                      <a:pt x="116681" y="151118"/>
                    </a:lnTo>
                    <a:lnTo>
                      <a:pt x="116681" y="284468"/>
                    </a:lnTo>
                    <a:lnTo>
                      <a:pt x="33338" y="284468"/>
                    </a:lnTo>
                    <a:close/>
                    <a:moveTo>
                      <a:pt x="266700" y="383730"/>
                    </a:moveTo>
                    <a:lnTo>
                      <a:pt x="150019" y="292990"/>
                    </a:lnTo>
                    <a:lnTo>
                      <a:pt x="150019" y="142596"/>
                    </a:lnTo>
                    <a:lnTo>
                      <a:pt x="266700" y="51855"/>
                    </a:lnTo>
                    <a:close/>
                    <a:moveTo>
                      <a:pt x="379214" y="162702"/>
                    </a:moveTo>
                    <a:cubicBezTo>
                      <a:pt x="406952" y="194192"/>
                      <a:pt x="406952" y="241394"/>
                      <a:pt x="379214" y="272883"/>
                    </a:cubicBezTo>
                    <a:cubicBezTo>
                      <a:pt x="373087" y="279616"/>
                      <a:pt x="362691" y="280187"/>
                      <a:pt x="355863" y="274167"/>
                    </a:cubicBezTo>
                    <a:cubicBezTo>
                      <a:pt x="349034" y="268146"/>
                      <a:pt x="348299" y="257761"/>
                      <a:pt x="354211" y="250838"/>
                    </a:cubicBezTo>
                    <a:cubicBezTo>
                      <a:pt x="370844" y="231948"/>
                      <a:pt x="370844" y="203638"/>
                      <a:pt x="354211" y="184747"/>
                    </a:cubicBezTo>
                    <a:cubicBezTo>
                      <a:pt x="348299" y="177824"/>
                      <a:pt x="349034" y="167439"/>
                      <a:pt x="355863" y="161419"/>
                    </a:cubicBezTo>
                    <a:cubicBezTo>
                      <a:pt x="362691" y="155398"/>
                      <a:pt x="373087" y="155970"/>
                      <a:pt x="379214" y="162702"/>
                    </a:cubicBezTo>
                    <a:close/>
                    <a:moveTo>
                      <a:pt x="483394" y="217793"/>
                    </a:moveTo>
                    <a:cubicBezTo>
                      <a:pt x="483418" y="258802"/>
                      <a:pt x="468304" y="298377"/>
                      <a:pt x="440951" y="328932"/>
                    </a:cubicBezTo>
                    <a:cubicBezTo>
                      <a:pt x="434773" y="335616"/>
                      <a:pt x="424374" y="336109"/>
                      <a:pt x="417592" y="330038"/>
                    </a:cubicBezTo>
                    <a:cubicBezTo>
                      <a:pt x="410810" y="323967"/>
                      <a:pt x="410152" y="313578"/>
                      <a:pt x="416115" y="306700"/>
                    </a:cubicBezTo>
                    <a:cubicBezTo>
                      <a:pt x="461386" y="256081"/>
                      <a:pt x="461386" y="179525"/>
                      <a:pt x="416115" y="128907"/>
                    </a:cubicBezTo>
                    <a:cubicBezTo>
                      <a:pt x="412030" y="124487"/>
                      <a:pt x="410645" y="118208"/>
                      <a:pt x="412491" y="112480"/>
                    </a:cubicBezTo>
                    <a:cubicBezTo>
                      <a:pt x="414337" y="106752"/>
                      <a:pt x="419128" y="102464"/>
                      <a:pt x="425024" y="101261"/>
                    </a:cubicBezTo>
                    <a:cubicBezTo>
                      <a:pt x="430921" y="100058"/>
                      <a:pt x="437009" y="102127"/>
                      <a:pt x="440951" y="106675"/>
                    </a:cubicBezTo>
                    <a:cubicBezTo>
                      <a:pt x="468311" y="137216"/>
                      <a:pt x="483426" y="176788"/>
                      <a:pt x="483394" y="217793"/>
                    </a:cubicBezTo>
                    <a:close/>
                  </a:path>
                </a:pathLst>
              </a:custGeom>
              <a:solidFill>
                <a:srgbClr val="E0A636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7366635" y="2037398"/>
              <a:ext cx="332594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有开机音，却没有任务音频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29400" y="2828925"/>
              <a:ext cx="26384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这只证明扬声器和功放能响。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29400" y="3228975"/>
              <a:ext cx="30284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它不证明 UDP、缓存、解码都通。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48450" y="4095750"/>
              <a:ext cx="4286250" cy="914400"/>
            </a:xfrm>
            <a:prstGeom prst="roundRect">
              <a:avLst>
                <a:gd name="adj" fmla="val 8333"/>
              </a:avLst>
            </a:prstGeom>
            <a:solidFill>
              <a:srgbClr val="19211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59905" y="43119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做法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59905" y="4635818"/>
              <a:ext cx="33737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沿“请求 → 传输 → 解码 → 扬声器”逐段查。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36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6497093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3F5F3"/>
                </a:solidFill>
                <a:latin typeface="Arial Black"/>
                <a:ea typeface="Microsoft YaHei"/>
                <a:cs typeface="Arial Black"/>
              </a:rPr>
              <a:t>更难的是那些“看起来差不多”的问题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9600" y="1524000"/>
            <a:ext cx="3352800" cy="4000500"/>
            <a:chOff x="609600" y="1524000"/>
            <a:chExt cx="3352800" cy="4000500"/>
          </a:xfrm>
        </p:grpSpPr>
        <p:sp>
          <p:nvSpPr>
            <p:cNvPr id="4" name="Rectangle 4"/>
            <p:cNvSpPr/>
            <p:nvPr/>
          </p:nvSpPr>
          <p:spPr>
            <a:xfrm>
              <a:off x="609600" y="1524000"/>
              <a:ext cx="3352800" cy="4000500"/>
            </a:xfrm>
            <a:prstGeom prst="roundRect">
              <a:avLst>
                <a:gd name="adj" fmla="val 2273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976312" y="1901428"/>
              <a:ext cx="371475" cy="433388"/>
              <a:chOff x="976312" y="1901428"/>
              <a:chExt cx="371475" cy="43338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991791" y="1978819"/>
                <a:ext cx="340519" cy="340519"/>
              </a:xfrm>
              <a:custGeom>
                <a:avLst/>
                <a:gdLst/>
                <a:ahLst/>
                <a:cxnLst/>
                <a:rect l="l" t="t" r="r" b="b"/>
                <a:pathLst>
                  <a:path w="340519" h="340519">
                    <a:moveTo>
                      <a:pt x="340519" y="170259"/>
                    </a:moveTo>
                    <a:cubicBezTo>
                      <a:pt x="340519" y="264291"/>
                      <a:pt x="264291" y="340519"/>
                      <a:pt x="170259" y="340519"/>
                    </a:cubicBezTo>
                    <a:cubicBezTo>
                      <a:pt x="76228" y="340519"/>
                      <a:pt x="0" y="264291"/>
                      <a:pt x="0" y="170259"/>
                    </a:cubicBezTo>
                    <a:cubicBezTo>
                      <a:pt x="0" y="76228"/>
                      <a:pt x="76228" y="0"/>
                      <a:pt x="170259" y="0"/>
                    </a:cubicBezTo>
                    <a:cubicBezTo>
                      <a:pt x="264291" y="0"/>
                      <a:pt x="340519" y="76228"/>
                      <a:pt x="340519" y="170259"/>
                    </a:cubicBezTo>
                    <a:close/>
                  </a:path>
                </a:pathLst>
              </a:custGeom>
              <a:solidFill>
                <a:srgbClr val="E0A63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76312" y="1901428"/>
                <a:ext cx="371475" cy="433388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433388">
                    <a:moveTo>
                      <a:pt x="185738" y="61912"/>
                    </a:moveTo>
                    <a:cubicBezTo>
                      <a:pt x="83158" y="61912"/>
                      <a:pt x="0" y="145070"/>
                      <a:pt x="0" y="247650"/>
                    </a:cubicBezTo>
                    <a:cubicBezTo>
                      <a:pt x="0" y="350230"/>
                      <a:pt x="83158" y="433388"/>
                      <a:pt x="185738" y="433388"/>
                    </a:cubicBezTo>
                    <a:cubicBezTo>
                      <a:pt x="288317" y="433388"/>
                      <a:pt x="371475" y="350230"/>
                      <a:pt x="371475" y="247650"/>
                    </a:cubicBezTo>
                    <a:cubicBezTo>
                      <a:pt x="371358" y="145119"/>
                      <a:pt x="288269" y="62030"/>
                      <a:pt x="185738" y="61912"/>
                    </a:cubicBezTo>
                    <a:close/>
                    <a:moveTo>
                      <a:pt x="185738" y="402431"/>
                    </a:moveTo>
                    <a:cubicBezTo>
                      <a:pt x="100254" y="402431"/>
                      <a:pt x="30956" y="333133"/>
                      <a:pt x="30956" y="247650"/>
                    </a:cubicBezTo>
                    <a:cubicBezTo>
                      <a:pt x="30956" y="162167"/>
                      <a:pt x="100254" y="92869"/>
                      <a:pt x="185738" y="92869"/>
                    </a:cubicBezTo>
                    <a:cubicBezTo>
                      <a:pt x="271221" y="92869"/>
                      <a:pt x="340519" y="162167"/>
                      <a:pt x="340519" y="247650"/>
                    </a:cubicBezTo>
                    <a:cubicBezTo>
                      <a:pt x="340423" y="333094"/>
                      <a:pt x="271181" y="402335"/>
                      <a:pt x="185738" y="402431"/>
                    </a:cubicBezTo>
                    <a:close/>
                    <a:moveTo>
                      <a:pt x="274079" y="159309"/>
                    </a:moveTo>
                    <a:cubicBezTo>
                      <a:pt x="276985" y="162212"/>
                      <a:pt x="278618" y="166151"/>
                      <a:pt x="278618" y="170259"/>
                    </a:cubicBezTo>
                    <a:cubicBezTo>
                      <a:pt x="278618" y="174367"/>
                      <a:pt x="276985" y="178307"/>
                      <a:pt x="274079" y="181210"/>
                    </a:cubicBezTo>
                    <a:lnTo>
                      <a:pt x="196688" y="258601"/>
                    </a:lnTo>
                    <a:cubicBezTo>
                      <a:pt x="190640" y="264649"/>
                      <a:pt x="180835" y="264649"/>
                      <a:pt x="174787" y="258601"/>
                    </a:cubicBezTo>
                    <a:cubicBezTo>
                      <a:pt x="168739" y="252553"/>
                      <a:pt x="168739" y="242747"/>
                      <a:pt x="174787" y="236699"/>
                    </a:cubicBezTo>
                    <a:lnTo>
                      <a:pt x="252177" y="159309"/>
                    </a:lnTo>
                    <a:cubicBezTo>
                      <a:pt x="255081" y="156402"/>
                      <a:pt x="259020" y="154769"/>
                      <a:pt x="263128" y="154769"/>
                    </a:cubicBezTo>
                    <a:cubicBezTo>
                      <a:pt x="267236" y="154769"/>
                      <a:pt x="271176" y="156402"/>
                      <a:pt x="274079" y="159309"/>
                    </a:cubicBezTo>
                    <a:close/>
                    <a:moveTo>
                      <a:pt x="123825" y="15478"/>
                    </a:moveTo>
                    <a:cubicBezTo>
                      <a:pt x="123825" y="6930"/>
                      <a:pt x="130755" y="0"/>
                      <a:pt x="139303" y="0"/>
                    </a:cubicBezTo>
                    <a:lnTo>
                      <a:pt x="232172" y="0"/>
                    </a:lnTo>
                    <a:cubicBezTo>
                      <a:pt x="240720" y="0"/>
                      <a:pt x="247650" y="6930"/>
                      <a:pt x="247650" y="15478"/>
                    </a:cubicBezTo>
                    <a:cubicBezTo>
                      <a:pt x="247650" y="24026"/>
                      <a:pt x="240720" y="30956"/>
                      <a:pt x="232172" y="30956"/>
                    </a:cubicBezTo>
                    <a:lnTo>
                      <a:pt x="139303" y="30956"/>
                    </a:lnTo>
                    <a:cubicBezTo>
                      <a:pt x="130755" y="30956"/>
                      <a:pt x="123825" y="24026"/>
                      <a:pt x="123825" y="15478"/>
                    </a:cubicBezTo>
                    <a:close/>
                  </a:path>
                </a:pathLst>
              </a:custGeom>
              <a:solidFill>
                <a:srgbClr val="E0A636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889635" y="2666048"/>
              <a:ext cx="19607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每次都要等很久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7255" y="3340418"/>
              <a:ext cx="20055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UDP 窗口大过设备队列，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7255" y="366426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丢包后反复重传。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7255" y="4597718"/>
              <a:ext cx="22080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修：窗口与 lwIP 队列对齐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19600" y="1524000"/>
            <a:ext cx="3352800" cy="4000500"/>
            <a:chOff x="4419600" y="1524000"/>
            <a:chExt cx="3352800" cy="4000500"/>
          </a:xfrm>
        </p:grpSpPr>
        <p:sp>
          <p:nvSpPr>
            <p:cNvPr id="13" name="Rectangle 13"/>
            <p:cNvSpPr/>
            <p:nvPr/>
          </p:nvSpPr>
          <p:spPr>
            <a:xfrm>
              <a:off x="4419600" y="1524000"/>
              <a:ext cx="3352800" cy="4000500"/>
            </a:xfrm>
            <a:prstGeom prst="roundRect">
              <a:avLst>
                <a:gd name="adj" fmla="val 2273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801288" y="1915801"/>
              <a:ext cx="341157" cy="434493"/>
              <a:chOff x="4801288" y="1915801"/>
              <a:chExt cx="341157" cy="43449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816804" y="1931378"/>
                <a:ext cx="310069" cy="341525"/>
              </a:xfrm>
              <a:custGeom>
                <a:avLst/>
                <a:gdLst/>
                <a:ahLst/>
                <a:cxnLst/>
                <a:rect l="l" t="t" r="r" b="b"/>
                <a:pathLst>
                  <a:path w="310069" h="341525">
                    <a:moveTo>
                      <a:pt x="310027" y="155787"/>
                    </a:moveTo>
                    <a:cubicBezTo>
                      <a:pt x="310069" y="203308"/>
                      <a:pt x="288241" y="248205"/>
                      <a:pt x="250842" y="277523"/>
                    </a:cubicBezTo>
                    <a:cubicBezTo>
                      <a:pt x="239421" y="286375"/>
                      <a:pt x="232707" y="299988"/>
                      <a:pt x="232636" y="314438"/>
                    </a:cubicBezTo>
                    <a:lnTo>
                      <a:pt x="232636" y="326047"/>
                    </a:lnTo>
                    <a:cubicBezTo>
                      <a:pt x="232636" y="334595"/>
                      <a:pt x="225706" y="341525"/>
                      <a:pt x="217158" y="341525"/>
                    </a:cubicBezTo>
                    <a:lnTo>
                      <a:pt x="93333" y="341525"/>
                    </a:lnTo>
                    <a:cubicBezTo>
                      <a:pt x="84785" y="341525"/>
                      <a:pt x="77855" y="334595"/>
                      <a:pt x="77855" y="326047"/>
                    </a:cubicBezTo>
                    <a:lnTo>
                      <a:pt x="77855" y="314438"/>
                    </a:lnTo>
                    <a:cubicBezTo>
                      <a:pt x="77840" y="300067"/>
                      <a:pt x="71202" y="286505"/>
                      <a:pt x="59862" y="277678"/>
                    </a:cubicBezTo>
                    <a:cubicBezTo>
                      <a:pt x="22583" y="248556"/>
                      <a:pt x="696" y="203963"/>
                      <a:pt x="464" y="156658"/>
                    </a:cubicBezTo>
                    <a:cubicBezTo>
                      <a:pt x="0" y="72767"/>
                      <a:pt x="67639" y="2941"/>
                      <a:pt x="151511" y="1006"/>
                    </a:cubicBezTo>
                    <a:cubicBezTo>
                      <a:pt x="193205" y="0"/>
                      <a:pt x="233541" y="15862"/>
                      <a:pt x="263380" y="44999"/>
                    </a:cubicBezTo>
                    <a:cubicBezTo>
                      <a:pt x="293220" y="74136"/>
                      <a:pt x="310039" y="114082"/>
                      <a:pt x="310027" y="155787"/>
                    </a:cubicBezTo>
                    <a:close/>
                  </a:path>
                </a:pathLst>
              </a:custGeom>
              <a:solidFill>
                <a:srgbClr val="D65C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801288" y="1915801"/>
                <a:ext cx="341157" cy="434493"/>
              </a:xfrm>
              <a:custGeom>
                <a:avLst/>
                <a:gdLst/>
                <a:ahLst/>
                <a:cxnLst/>
                <a:rect l="l" t="t" r="r" b="b"/>
                <a:pathLst>
                  <a:path w="341157" h="434493">
                    <a:moveTo>
                      <a:pt x="263631" y="419015"/>
                    </a:moveTo>
                    <a:cubicBezTo>
                      <a:pt x="263631" y="427563"/>
                      <a:pt x="256701" y="434493"/>
                      <a:pt x="248153" y="434493"/>
                    </a:cubicBezTo>
                    <a:lnTo>
                      <a:pt x="93372" y="434493"/>
                    </a:lnTo>
                    <a:cubicBezTo>
                      <a:pt x="84823" y="434493"/>
                      <a:pt x="77894" y="427563"/>
                      <a:pt x="77894" y="419015"/>
                    </a:cubicBezTo>
                    <a:cubicBezTo>
                      <a:pt x="77894" y="410466"/>
                      <a:pt x="84823" y="403536"/>
                      <a:pt x="93372" y="403536"/>
                    </a:cubicBezTo>
                    <a:lnTo>
                      <a:pt x="248153" y="403536"/>
                    </a:lnTo>
                    <a:cubicBezTo>
                      <a:pt x="256701" y="403536"/>
                      <a:pt x="263631" y="410466"/>
                      <a:pt x="263631" y="419015"/>
                    </a:cubicBezTo>
                    <a:close/>
                    <a:moveTo>
                      <a:pt x="341022" y="171365"/>
                    </a:moveTo>
                    <a:cubicBezTo>
                      <a:pt x="341157" y="223653"/>
                      <a:pt x="317136" y="273073"/>
                      <a:pt x="275936" y="305270"/>
                    </a:cubicBezTo>
                    <a:cubicBezTo>
                      <a:pt x="268232" y="311175"/>
                      <a:pt x="263690" y="320309"/>
                      <a:pt x="263631" y="330015"/>
                    </a:cubicBezTo>
                    <a:lnTo>
                      <a:pt x="263631" y="341624"/>
                    </a:lnTo>
                    <a:cubicBezTo>
                      <a:pt x="263631" y="358721"/>
                      <a:pt x="249772" y="372580"/>
                      <a:pt x="232675" y="372580"/>
                    </a:cubicBezTo>
                    <a:lnTo>
                      <a:pt x="108850" y="372580"/>
                    </a:lnTo>
                    <a:cubicBezTo>
                      <a:pt x="91753" y="372580"/>
                      <a:pt x="77894" y="358721"/>
                      <a:pt x="77894" y="341624"/>
                    </a:cubicBezTo>
                    <a:lnTo>
                      <a:pt x="77894" y="330015"/>
                    </a:lnTo>
                    <a:cubicBezTo>
                      <a:pt x="77887" y="320424"/>
                      <a:pt x="73435" y="311378"/>
                      <a:pt x="65840" y="305521"/>
                    </a:cubicBezTo>
                    <a:cubicBezTo>
                      <a:pt x="24748" y="273518"/>
                      <a:pt x="654" y="224397"/>
                      <a:pt x="503" y="172313"/>
                    </a:cubicBezTo>
                    <a:cubicBezTo>
                      <a:pt x="0" y="80102"/>
                      <a:pt x="74527" y="3311"/>
                      <a:pt x="166661" y="1105"/>
                    </a:cubicBezTo>
                    <a:cubicBezTo>
                      <a:pt x="212523" y="0"/>
                      <a:pt x="256890" y="17449"/>
                      <a:pt x="289713" y="49499"/>
                    </a:cubicBezTo>
                    <a:cubicBezTo>
                      <a:pt x="322535" y="81550"/>
                      <a:pt x="341035" y="125489"/>
                      <a:pt x="341022" y="171365"/>
                    </a:cubicBezTo>
                    <a:close/>
                    <a:moveTo>
                      <a:pt x="310066" y="171365"/>
                    </a:moveTo>
                    <a:cubicBezTo>
                      <a:pt x="310077" y="133828"/>
                      <a:pt x="294939" y="97876"/>
                      <a:pt x="268082" y="71653"/>
                    </a:cubicBezTo>
                    <a:cubicBezTo>
                      <a:pt x="241225" y="45429"/>
                      <a:pt x="204921" y="31154"/>
                      <a:pt x="167396" y="32061"/>
                    </a:cubicBezTo>
                    <a:cubicBezTo>
                      <a:pt x="91940" y="33841"/>
                      <a:pt x="31053" y="96663"/>
                      <a:pt x="31459" y="172119"/>
                    </a:cubicBezTo>
                    <a:cubicBezTo>
                      <a:pt x="31603" y="214716"/>
                      <a:pt x="51322" y="254882"/>
                      <a:pt x="84936" y="281046"/>
                    </a:cubicBezTo>
                    <a:cubicBezTo>
                      <a:pt x="100049" y="292795"/>
                      <a:pt x="108877" y="310873"/>
                      <a:pt x="108850" y="330015"/>
                    </a:cubicBezTo>
                    <a:lnTo>
                      <a:pt x="108850" y="341624"/>
                    </a:lnTo>
                    <a:lnTo>
                      <a:pt x="232675" y="341624"/>
                    </a:lnTo>
                    <a:lnTo>
                      <a:pt x="232675" y="330015"/>
                    </a:lnTo>
                    <a:cubicBezTo>
                      <a:pt x="232718" y="310820"/>
                      <a:pt x="241622" y="292719"/>
                      <a:pt x="256801" y="280969"/>
                    </a:cubicBezTo>
                    <a:cubicBezTo>
                      <a:pt x="290523" y="254615"/>
                      <a:pt x="310182" y="214163"/>
                      <a:pt x="310066" y="171365"/>
                    </a:cubicBezTo>
                    <a:close/>
                    <a:moveTo>
                      <a:pt x="278896" y="153294"/>
                    </a:moveTo>
                    <a:cubicBezTo>
                      <a:pt x="270676" y="107379"/>
                      <a:pt x="234731" y="71441"/>
                      <a:pt x="188814" y="63231"/>
                    </a:cubicBezTo>
                    <a:cubicBezTo>
                      <a:pt x="180383" y="61809"/>
                      <a:pt x="172396" y="67492"/>
                      <a:pt x="170975" y="75923"/>
                    </a:cubicBezTo>
                    <a:cubicBezTo>
                      <a:pt x="169554" y="84353"/>
                      <a:pt x="175237" y="92340"/>
                      <a:pt x="183667" y="93761"/>
                    </a:cubicBezTo>
                    <a:cubicBezTo>
                      <a:pt x="215726" y="99159"/>
                      <a:pt x="242929" y="126362"/>
                      <a:pt x="248366" y="158479"/>
                    </a:cubicBezTo>
                    <a:cubicBezTo>
                      <a:pt x="249631" y="165922"/>
                      <a:pt x="256081" y="171367"/>
                      <a:pt x="263631" y="171365"/>
                    </a:cubicBezTo>
                    <a:cubicBezTo>
                      <a:pt x="264506" y="171359"/>
                      <a:pt x="265379" y="171288"/>
                      <a:pt x="266243" y="171152"/>
                    </a:cubicBezTo>
                    <a:cubicBezTo>
                      <a:pt x="274668" y="169713"/>
                      <a:pt x="280332" y="161719"/>
                      <a:pt x="278896" y="153294"/>
                    </a:cubicBezTo>
                    <a:close/>
                  </a:path>
                </a:pathLst>
              </a:custGeom>
              <a:solidFill>
                <a:srgbClr val="D65C4A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699635" y="266604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灯从右往左亮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07255" y="3340418"/>
              <a:ext cx="1456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代码里的第 1 颗，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07255" y="3664268"/>
              <a:ext cx="20595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不是 PCB 正面的最左灯。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07255" y="4597718"/>
              <a:ext cx="24915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修：按真实灯带链路反向映射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229600" y="1524000"/>
            <a:ext cx="3352800" cy="4000500"/>
            <a:chOff x="8229600" y="1524000"/>
            <a:chExt cx="3352800" cy="4000500"/>
          </a:xfrm>
        </p:grpSpPr>
        <p:sp>
          <p:nvSpPr>
            <p:cNvPr id="22" name="Rectangle 22"/>
            <p:cNvSpPr/>
            <p:nvPr/>
          </p:nvSpPr>
          <p:spPr>
            <a:xfrm>
              <a:off x="8229600" y="1524000"/>
              <a:ext cx="3352800" cy="4000500"/>
            </a:xfrm>
            <a:prstGeom prst="roundRect">
              <a:avLst>
                <a:gd name="adj" fmla="val 2273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596312" y="1932384"/>
              <a:ext cx="371475" cy="402431"/>
              <a:chOff x="8596312" y="1932384"/>
              <a:chExt cx="371475" cy="40243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611791" y="1947862"/>
                <a:ext cx="340519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40519" h="185738">
                    <a:moveTo>
                      <a:pt x="340519" y="92869"/>
                    </a:moveTo>
                    <a:cubicBezTo>
                      <a:pt x="340519" y="144159"/>
                      <a:pt x="264289" y="185738"/>
                      <a:pt x="170259" y="185738"/>
                    </a:cubicBezTo>
                    <a:cubicBezTo>
                      <a:pt x="76230" y="185738"/>
                      <a:pt x="0" y="144159"/>
                      <a:pt x="0" y="92869"/>
                    </a:cubicBezTo>
                    <a:cubicBezTo>
                      <a:pt x="0" y="41578"/>
                      <a:pt x="76230" y="0"/>
                      <a:pt x="170259" y="0"/>
                    </a:cubicBezTo>
                    <a:cubicBezTo>
                      <a:pt x="264289" y="0"/>
                      <a:pt x="340519" y="41578"/>
                      <a:pt x="340519" y="92869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596312" y="1932384"/>
                <a:ext cx="371475" cy="402431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402431">
                    <a:moveTo>
                      <a:pt x="185738" y="0"/>
                    </a:moveTo>
                    <a:cubicBezTo>
                      <a:pt x="81589" y="0"/>
                      <a:pt x="0" y="47595"/>
                      <a:pt x="0" y="108347"/>
                    </a:cubicBezTo>
                    <a:lnTo>
                      <a:pt x="0" y="294084"/>
                    </a:lnTo>
                    <a:cubicBezTo>
                      <a:pt x="0" y="354836"/>
                      <a:pt x="81589" y="402431"/>
                      <a:pt x="185738" y="402431"/>
                    </a:cubicBezTo>
                    <a:cubicBezTo>
                      <a:pt x="289886" y="402431"/>
                      <a:pt x="371475" y="354836"/>
                      <a:pt x="371475" y="294084"/>
                    </a:cubicBezTo>
                    <a:lnTo>
                      <a:pt x="371475" y="108347"/>
                    </a:lnTo>
                    <a:cubicBezTo>
                      <a:pt x="371475" y="47595"/>
                      <a:pt x="289886" y="0"/>
                      <a:pt x="185738" y="0"/>
                    </a:cubicBezTo>
                    <a:close/>
                    <a:moveTo>
                      <a:pt x="340519" y="201216"/>
                    </a:moveTo>
                    <a:cubicBezTo>
                      <a:pt x="340519" y="219828"/>
                      <a:pt x="325273" y="238808"/>
                      <a:pt x="298708" y="253300"/>
                    </a:cubicBezTo>
                    <a:cubicBezTo>
                      <a:pt x="268797" y="269610"/>
                      <a:pt x="228670" y="278606"/>
                      <a:pt x="185738" y="278606"/>
                    </a:cubicBezTo>
                    <a:cubicBezTo>
                      <a:pt x="142805" y="278606"/>
                      <a:pt x="102678" y="269610"/>
                      <a:pt x="72767" y="253300"/>
                    </a:cubicBezTo>
                    <a:cubicBezTo>
                      <a:pt x="46202" y="238808"/>
                      <a:pt x="30956" y="219828"/>
                      <a:pt x="30956" y="201216"/>
                    </a:cubicBezTo>
                    <a:lnTo>
                      <a:pt x="30956" y="169021"/>
                    </a:lnTo>
                    <a:cubicBezTo>
                      <a:pt x="63963" y="198043"/>
                      <a:pt x="120400" y="216694"/>
                      <a:pt x="185738" y="216694"/>
                    </a:cubicBezTo>
                    <a:cubicBezTo>
                      <a:pt x="251075" y="216694"/>
                      <a:pt x="307512" y="197965"/>
                      <a:pt x="340519" y="169021"/>
                    </a:cubicBezTo>
                    <a:close/>
                    <a:moveTo>
                      <a:pt x="72767" y="56263"/>
                    </a:moveTo>
                    <a:cubicBezTo>
                      <a:pt x="102678" y="39953"/>
                      <a:pt x="142805" y="30956"/>
                      <a:pt x="185738" y="30956"/>
                    </a:cubicBezTo>
                    <a:cubicBezTo>
                      <a:pt x="228670" y="30956"/>
                      <a:pt x="268797" y="39953"/>
                      <a:pt x="298708" y="56263"/>
                    </a:cubicBezTo>
                    <a:cubicBezTo>
                      <a:pt x="325273" y="70754"/>
                      <a:pt x="340519" y="89734"/>
                      <a:pt x="340519" y="108347"/>
                    </a:cubicBezTo>
                    <a:cubicBezTo>
                      <a:pt x="340519" y="126959"/>
                      <a:pt x="325273" y="145939"/>
                      <a:pt x="298708" y="160431"/>
                    </a:cubicBezTo>
                    <a:cubicBezTo>
                      <a:pt x="268797" y="176741"/>
                      <a:pt x="228670" y="185738"/>
                      <a:pt x="185738" y="185738"/>
                    </a:cubicBezTo>
                    <a:cubicBezTo>
                      <a:pt x="142805" y="185738"/>
                      <a:pt x="102678" y="176741"/>
                      <a:pt x="72767" y="160431"/>
                    </a:cubicBezTo>
                    <a:cubicBezTo>
                      <a:pt x="46202" y="145939"/>
                      <a:pt x="30956" y="126959"/>
                      <a:pt x="30956" y="108347"/>
                    </a:cubicBezTo>
                    <a:cubicBezTo>
                      <a:pt x="30956" y="89734"/>
                      <a:pt x="46202" y="70754"/>
                      <a:pt x="72767" y="56263"/>
                    </a:cubicBezTo>
                    <a:close/>
                    <a:moveTo>
                      <a:pt x="298708" y="346168"/>
                    </a:moveTo>
                    <a:cubicBezTo>
                      <a:pt x="268797" y="362478"/>
                      <a:pt x="228670" y="371475"/>
                      <a:pt x="185738" y="371475"/>
                    </a:cubicBezTo>
                    <a:cubicBezTo>
                      <a:pt x="142805" y="371475"/>
                      <a:pt x="102678" y="362478"/>
                      <a:pt x="72767" y="346168"/>
                    </a:cubicBezTo>
                    <a:cubicBezTo>
                      <a:pt x="46202" y="331677"/>
                      <a:pt x="30956" y="312697"/>
                      <a:pt x="30956" y="294084"/>
                    </a:cubicBezTo>
                    <a:lnTo>
                      <a:pt x="30956" y="261890"/>
                    </a:lnTo>
                    <a:cubicBezTo>
                      <a:pt x="63963" y="290911"/>
                      <a:pt x="120400" y="309562"/>
                      <a:pt x="185738" y="309562"/>
                    </a:cubicBezTo>
                    <a:cubicBezTo>
                      <a:pt x="251075" y="309562"/>
                      <a:pt x="307512" y="290834"/>
                      <a:pt x="340519" y="261890"/>
                    </a:cubicBezTo>
                    <a:lnTo>
                      <a:pt x="340519" y="294084"/>
                    </a:lnTo>
                    <a:cubicBezTo>
                      <a:pt x="340519" y="312697"/>
                      <a:pt x="325273" y="331677"/>
                      <a:pt x="298708" y="346168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511540" y="2682240"/>
              <a:ext cx="24148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任务完成，S7 却不亮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17255" y="334041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总结内容其实可用，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17255" y="36642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却被过度门禁反复拒绝。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18208" y="4605814"/>
              <a:ext cx="279948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修：质量交给 Luna，只留运行底线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37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  <p:bldP spid="3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790575" y="966788"/>
            <a:ext cx="7971234" cy="762000"/>
            <a:chOff x="790575" y="966788"/>
            <a:chExt cx="7971234" cy="762000"/>
          </a:xfrm>
        </p:grpSpPr>
        <p:sp>
          <p:nvSpPr>
            <p:cNvPr id="3" name="TextBox 3"/>
            <p:cNvSpPr txBox="1"/>
            <p:nvPr/>
          </p:nvSpPr>
          <p:spPr>
            <a:xfrm>
              <a:off x="790575" y="966788"/>
              <a:ext cx="797123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测试通过，不等于耳朵真的听到了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47750" y="2381250"/>
            <a:ext cx="10001250" cy="3048000"/>
            <a:chOff x="1047750" y="2381250"/>
            <a:chExt cx="10001250" cy="3048000"/>
          </a:xfrm>
        </p:grpSpPr>
        <p:sp>
          <p:nvSpPr>
            <p:cNvPr id="5" name="Rectangle 5"/>
            <p:cNvSpPr/>
            <p:nvPr/>
          </p:nvSpPr>
          <p:spPr>
            <a:xfrm>
              <a:off x="1047750" y="4667250"/>
              <a:ext cx="2095500" cy="762000"/>
            </a:xfrm>
            <a:prstGeom prst="rect">
              <a:avLst/>
            </a:prstGeom>
            <a:solidFill>
              <a:srgbClr val="CBD2C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341358" y="498157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代码与静态检查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143250" y="3905250"/>
              <a:ext cx="2095500" cy="1524000"/>
            </a:xfrm>
            <a:prstGeom prst="rect">
              <a:avLst/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646884" y="46005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自动化测试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238750" y="3143250"/>
              <a:ext cx="2095500" cy="2286000"/>
            </a:xfrm>
            <a:prstGeom prst="rect">
              <a:avLst/>
            </a:prstGeom>
            <a:solidFill>
              <a:srgbClr val="E0A63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37371" y="42195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运行时与网络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334250" y="2381250"/>
              <a:ext cx="3714750" cy="3048000"/>
            </a:xfrm>
            <a:prstGeom prst="rect">
              <a:avLst/>
            </a:prstGeom>
            <a:solidFill>
              <a:srgbClr val="1E9668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899922" y="3051984"/>
              <a:ext cx="604283" cy="544469"/>
              <a:chOff x="8899922" y="3051984"/>
              <a:chExt cx="604283" cy="54446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920758" y="3220045"/>
                <a:ext cx="145852" cy="208359"/>
              </a:xfrm>
              <a:custGeom>
                <a:avLst/>
                <a:gdLst/>
                <a:ahLst/>
                <a:cxnLst/>
                <a:rect l="l" t="t" r="r" b="b"/>
                <a:pathLst>
                  <a:path w="145852" h="208359">
                    <a:moveTo>
                      <a:pt x="145852" y="0"/>
                    </a:moveTo>
                    <a:lnTo>
                      <a:pt x="145852" y="208359"/>
                    </a:lnTo>
                    <a:lnTo>
                      <a:pt x="20836" y="208359"/>
                    </a:lnTo>
                    <a:cubicBezTo>
                      <a:pt x="9329" y="208359"/>
                      <a:pt x="0" y="199031"/>
                      <a:pt x="0" y="187523"/>
                    </a:cubicBezTo>
                    <a:lnTo>
                      <a:pt x="0" y="20836"/>
                    </a:lnTo>
                    <a:cubicBezTo>
                      <a:pt x="0" y="9329"/>
                      <a:pt x="9329" y="0"/>
                      <a:pt x="20836" y="0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899922" y="3051984"/>
                <a:ext cx="604283" cy="544469"/>
              </a:xfrm>
              <a:custGeom>
                <a:avLst/>
                <a:gdLst/>
                <a:ahLst/>
                <a:cxnLst/>
                <a:rect l="l" t="t" r="r" b="b"/>
                <a:pathLst>
                  <a:path w="604283" h="544469">
                    <a:moveTo>
                      <a:pt x="363353" y="3483"/>
                    </a:moveTo>
                    <a:cubicBezTo>
                      <a:pt x="356204" y="0"/>
                      <a:pt x="347697" y="889"/>
                      <a:pt x="341423" y="5775"/>
                    </a:cubicBezTo>
                    <a:lnTo>
                      <a:pt x="159525" y="147225"/>
                    </a:lnTo>
                    <a:lnTo>
                      <a:pt x="41672" y="147225"/>
                    </a:lnTo>
                    <a:cubicBezTo>
                      <a:pt x="18657" y="147225"/>
                      <a:pt x="0" y="165882"/>
                      <a:pt x="0" y="188897"/>
                    </a:cubicBezTo>
                    <a:lnTo>
                      <a:pt x="0" y="355585"/>
                    </a:lnTo>
                    <a:cubicBezTo>
                      <a:pt x="0" y="378599"/>
                      <a:pt x="18657" y="397256"/>
                      <a:pt x="41672" y="397256"/>
                    </a:cubicBezTo>
                    <a:lnTo>
                      <a:pt x="159525" y="397256"/>
                    </a:lnTo>
                    <a:lnTo>
                      <a:pt x="341423" y="538706"/>
                    </a:lnTo>
                    <a:cubicBezTo>
                      <a:pt x="347703" y="543588"/>
                      <a:pt x="356214" y="544469"/>
                      <a:pt x="363360" y="540976"/>
                    </a:cubicBezTo>
                    <a:cubicBezTo>
                      <a:pt x="370507" y="537483"/>
                      <a:pt x="375041" y="530226"/>
                      <a:pt x="375047" y="522272"/>
                    </a:cubicBezTo>
                    <a:lnTo>
                      <a:pt x="375047" y="22210"/>
                    </a:lnTo>
                    <a:cubicBezTo>
                      <a:pt x="375048" y="14246"/>
                      <a:pt x="370509" y="6978"/>
                      <a:pt x="363353" y="3483"/>
                    </a:cubicBezTo>
                    <a:close/>
                    <a:moveTo>
                      <a:pt x="41672" y="188897"/>
                    </a:moveTo>
                    <a:lnTo>
                      <a:pt x="145852" y="188897"/>
                    </a:lnTo>
                    <a:lnTo>
                      <a:pt x="145852" y="355585"/>
                    </a:lnTo>
                    <a:lnTo>
                      <a:pt x="41672" y="355585"/>
                    </a:lnTo>
                    <a:close/>
                    <a:moveTo>
                      <a:pt x="333375" y="479663"/>
                    </a:moveTo>
                    <a:lnTo>
                      <a:pt x="187523" y="366237"/>
                    </a:lnTo>
                    <a:lnTo>
                      <a:pt x="187523" y="178245"/>
                    </a:lnTo>
                    <a:lnTo>
                      <a:pt x="333375" y="64819"/>
                    </a:lnTo>
                    <a:close/>
                    <a:moveTo>
                      <a:pt x="474018" y="203378"/>
                    </a:moveTo>
                    <a:cubicBezTo>
                      <a:pt x="508691" y="242740"/>
                      <a:pt x="508691" y="301742"/>
                      <a:pt x="474018" y="341104"/>
                    </a:cubicBezTo>
                    <a:cubicBezTo>
                      <a:pt x="466358" y="349520"/>
                      <a:pt x="453364" y="350234"/>
                      <a:pt x="444828" y="342708"/>
                    </a:cubicBezTo>
                    <a:cubicBezTo>
                      <a:pt x="436293" y="335183"/>
                      <a:pt x="435374" y="322201"/>
                      <a:pt x="442764" y="313548"/>
                    </a:cubicBezTo>
                    <a:cubicBezTo>
                      <a:pt x="463555" y="289934"/>
                      <a:pt x="463555" y="254547"/>
                      <a:pt x="442764" y="230934"/>
                    </a:cubicBezTo>
                    <a:cubicBezTo>
                      <a:pt x="435374" y="222281"/>
                      <a:pt x="436293" y="209299"/>
                      <a:pt x="444828" y="201773"/>
                    </a:cubicBezTo>
                    <a:cubicBezTo>
                      <a:pt x="453364" y="194248"/>
                      <a:pt x="466358" y="194962"/>
                      <a:pt x="474018" y="203378"/>
                    </a:cubicBezTo>
                    <a:close/>
                    <a:moveTo>
                      <a:pt x="604242" y="272241"/>
                    </a:moveTo>
                    <a:cubicBezTo>
                      <a:pt x="604272" y="323503"/>
                      <a:pt x="585380" y="372972"/>
                      <a:pt x="551189" y="411164"/>
                    </a:cubicBezTo>
                    <a:cubicBezTo>
                      <a:pt x="543466" y="419521"/>
                      <a:pt x="530468" y="420136"/>
                      <a:pt x="521990" y="412547"/>
                    </a:cubicBezTo>
                    <a:cubicBezTo>
                      <a:pt x="513512" y="404959"/>
                      <a:pt x="512690" y="391972"/>
                      <a:pt x="520143" y="383375"/>
                    </a:cubicBezTo>
                    <a:cubicBezTo>
                      <a:pt x="576733" y="320101"/>
                      <a:pt x="576733" y="224407"/>
                      <a:pt x="520143" y="161133"/>
                    </a:cubicBezTo>
                    <a:cubicBezTo>
                      <a:pt x="515037" y="155608"/>
                      <a:pt x="513306" y="147760"/>
                      <a:pt x="515614" y="140600"/>
                    </a:cubicBezTo>
                    <a:cubicBezTo>
                      <a:pt x="517921" y="133440"/>
                      <a:pt x="523909" y="128079"/>
                      <a:pt x="531281" y="126576"/>
                    </a:cubicBezTo>
                    <a:cubicBezTo>
                      <a:pt x="538652" y="125072"/>
                      <a:pt x="546261" y="127659"/>
                      <a:pt x="551189" y="133343"/>
                    </a:cubicBezTo>
                    <a:cubicBezTo>
                      <a:pt x="585389" y="171520"/>
                      <a:pt x="604283" y="220985"/>
                      <a:pt x="604242" y="272241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8576882" y="39452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真机可听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84356" y="444531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按键、亮灯、播放、熄灯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17245" y="5917882"/>
            <a:ext cx="7522845" cy="335280"/>
            <a:chOff x="817245" y="5917882"/>
            <a:chExt cx="7522845" cy="335280"/>
          </a:xfrm>
        </p:grpSpPr>
        <p:sp>
          <p:nvSpPr>
            <p:cNvPr id="18" name="TextBox 18"/>
            <p:cNvSpPr txBox="1"/>
            <p:nvPr/>
          </p:nvSpPr>
          <p:spPr>
            <a:xfrm>
              <a:off x="817245" y="5917882"/>
              <a:ext cx="75228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记录具体槽位、操作和结果；一次可听，不代表并发、断线和重启都已通过。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98170" y="64369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38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  <p:bldP spid="1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4762500" cy="6858000"/>
            </a:xfrm>
            <a:prstGeom prst="rect">
              <a:avLst/>
            </a:prstGeom>
            <a:solidFill>
              <a:srgbClr val="F3F5F3">
                <a:alpha val="9400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3405" y="797242"/>
            <a:ext cx="4062889" cy="4460558"/>
            <a:chOff x="573405" y="797242"/>
            <a:chExt cx="4062889" cy="4460558"/>
          </a:xfrm>
        </p:grpSpPr>
        <p:sp>
          <p:nvSpPr>
            <p:cNvPr id="5" name="TextBox 5"/>
            <p:cNvSpPr txBox="1"/>
            <p:nvPr/>
          </p:nvSpPr>
          <p:spPr>
            <a:xfrm>
              <a:off x="573405" y="797242"/>
              <a:ext cx="406288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学员还能把它改成什么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88645" y="1707832"/>
              <a:ext cx="15821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会议任务遥控器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8645" y="2203132"/>
              <a:ext cx="1362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工位语音信箱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88645" y="2698432"/>
              <a:ext cx="1142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设备调试台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8645" y="3193732"/>
              <a:ext cx="18021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家庭自动化控制台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41148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6740" y="4511040"/>
              <a:ext cx="357416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先找一个每天都在重复的动作，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6740" y="4892040"/>
              <a:ext cx="256603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再决定它该长什么样。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95312" y="5955506"/>
            <a:ext cx="3651528" cy="550069"/>
            <a:chOff x="595312" y="5955506"/>
            <a:chExt cx="3651528" cy="550069"/>
          </a:xfrm>
        </p:grpSpPr>
        <p:sp>
          <p:nvSpPr>
            <p:cNvPr id="14" name="TextBox 14"/>
            <p:cNvSpPr txBox="1"/>
            <p:nvPr/>
          </p:nvSpPr>
          <p:spPr>
            <a:xfrm>
              <a:off x="595312" y="5955506"/>
              <a:ext cx="36515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概念示意（AI 生成），这些改造不属于当前已实现功能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8170" y="63226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39 / 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3405" y="473392"/>
            <a:ext cx="6217920" cy="845820"/>
            <a:chOff x="573405" y="473392"/>
            <a:chExt cx="6217920" cy="845820"/>
          </a:xfrm>
        </p:grpSpPr>
        <p:sp>
          <p:nvSpPr>
            <p:cNvPr id="3" name="TextBox 3"/>
            <p:cNvSpPr txBox="1"/>
            <p:nvPr/>
          </p:nvSpPr>
          <p:spPr>
            <a:xfrm>
              <a:off x="573405" y="473392"/>
              <a:ext cx="486098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复现路线图：从看懂到改造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88645" y="983932"/>
              <a:ext cx="62026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按设备和时间选择练习；提交什么、验证到哪一步，都写清楚。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5312" y="1676400"/>
            <a:ext cx="4967288" cy="3669506"/>
            <a:chOff x="595312" y="1676400"/>
            <a:chExt cx="4967288" cy="3669506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676400"/>
              <a:ext cx="4953000" cy="3305175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595312" y="5117306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概念示意（AI 生成）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0" y="1619250"/>
            <a:ext cx="5486400" cy="762000"/>
            <a:chOff x="6096000" y="1619250"/>
            <a:chExt cx="5486400" cy="762000"/>
          </a:xfrm>
        </p:grpSpPr>
        <p:sp>
          <p:nvSpPr>
            <p:cNvPr id="9" name="Rectangle 9"/>
            <p:cNvSpPr/>
            <p:nvPr/>
          </p:nvSpPr>
          <p:spPr>
            <a:xfrm>
              <a:off x="6096000" y="1619250"/>
              <a:ext cx="54864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286500" y="1809750"/>
              <a:ext cx="533400" cy="381000"/>
            </a:xfrm>
            <a:prstGeom prst="roundRect">
              <a:avLst>
                <a:gd name="adj" fmla="val 20000"/>
              </a:avLst>
            </a:prstGeom>
            <a:solidFill>
              <a:srgbClr val="5D6864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418636" y="191452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L0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92302" y="1789271"/>
              <a:ext cx="26300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看懂链路（没有板子也能做）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93255" y="206406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画出语音输入和结果播放两条链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0" y="2495550"/>
            <a:ext cx="5486400" cy="762000"/>
            <a:chOff x="6096000" y="2495550"/>
            <a:chExt cx="5486400" cy="762000"/>
          </a:xfrm>
        </p:grpSpPr>
        <p:sp>
          <p:nvSpPr>
            <p:cNvPr id="15" name="Rectangle 15"/>
            <p:cNvSpPr/>
            <p:nvPr/>
          </p:nvSpPr>
          <p:spPr>
            <a:xfrm>
              <a:off x="6096000" y="2495550"/>
              <a:ext cx="54864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286500" y="2686050"/>
              <a:ext cx="533400" cy="381000"/>
            </a:xfrm>
            <a:prstGeom prst="roundRect">
              <a:avLst>
                <a:gd name="adj" fmla="val 20000"/>
              </a:avLst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44889" y="2790825"/>
              <a:ext cx="2166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L1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92302" y="26655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复现跑通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93255" y="294036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交验收记录，另附一段真机演示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000" y="3371850"/>
            <a:ext cx="5486400" cy="762000"/>
            <a:chOff x="6096000" y="3371850"/>
            <a:chExt cx="5486400" cy="762000"/>
          </a:xfrm>
        </p:grpSpPr>
        <p:sp>
          <p:nvSpPr>
            <p:cNvPr id="21" name="Rectangle 21"/>
            <p:cNvSpPr/>
            <p:nvPr/>
          </p:nvSpPr>
          <p:spPr>
            <a:xfrm>
              <a:off x="6096000" y="3371850"/>
              <a:ext cx="54864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86500" y="3562350"/>
              <a:ext cx="533400" cy="381000"/>
            </a:xfrm>
            <a:prstGeom prst="roundRect">
              <a:avLst>
                <a:gd name="adj" fmla="val 20000"/>
              </a:avLst>
            </a:prstGeom>
            <a:solidFill>
              <a:srgbClr val="E0A63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8636" y="366712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L2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92302" y="3541871"/>
              <a:ext cx="103382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参数级改造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93255" y="381666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改音色或总结侧重点，做前后对比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0" y="4248150"/>
            <a:ext cx="5486400" cy="762000"/>
            <a:chOff x="6096000" y="4248150"/>
            <a:chExt cx="5486400" cy="762000"/>
          </a:xfrm>
        </p:grpSpPr>
        <p:sp>
          <p:nvSpPr>
            <p:cNvPr id="27" name="Rectangle 27"/>
            <p:cNvSpPr/>
            <p:nvPr/>
          </p:nvSpPr>
          <p:spPr>
            <a:xfrm>
              <a:off x="6096000" y="4248150"/>
              <a:ext cx="54864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86500" y="4438650"/>
              <a:ext cx="533400" cy="381000"/>
            </a:xfrm>
            <a:prstGeom prst="roundRect">
              <a:avLst>
                <a:gd name="adj" fmla="val 20000"/>
              </a:avLst>
            </a:prstGeom>
            <a:solidFill>
              <a:srgbClr val="7A4DB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8636" y="454342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L3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92302" y="4418171"/>
              <a:ext cx="103382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语义级改造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93255" y="469296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换执行器，交设计说明和真机演示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266950" y="5524500"/>
            <a:ext cx="7658100" cy="571500"/>
            <a:chOff x="2266950" y="5524500"/>
            <a:chExt cx="7658100" cy="571500"/>
          </a:xfrm>
        </p:grpSpPr>
        <p:sp>
          <p:nvSpPr>
            <p:cNvPr id="33" name="Rectangle 33"/>
            <p:cNvSpPr/>
            <p:nvPr/>
          </p:nvSpPr>
          <p:spPr>
            <a:xfrm>
              <a:off x="2266950" y="5524500"/>
              <a:ext cx="7658100" cy="571500"/>
            </a:xfrm>
            <a:prstGeom prst="roundRect">
              <a:avLst>
                <a:gd name="adj" fmla="val 13333"/>
              </a:avLst>
            </a:prstGeom>
            <a:solidFill>
              <a:srgbClr val="19211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054342" y="5708332"/>
              <a:ext cx="608331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先核对 Mac、账户、板型和网络，再按飞书教程分步复现。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59817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40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20" grpId="0"/>
      <p:bldP spid="26" grpId="0"/>
      <p:bldP spid="32" grpId="0"/>
      <p:bldP spid="3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990600" y="1943100"/>
            <a:ext cx="2667000" cy="2667000"/>
            <a:chOff x="990600" y="1943100"/>
            <a:chExt cx="2667000" cy="2667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0600" y="1943100"/>
              <a:ext cx="2667000" cy="26670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4467225" y="1557338"/>
            <a:ext cx="4778883" cy="3386137"/>
            <a:chOff x="4467225" y="1557338"/>
            <a:chExt cx="4778883" cy="3386137"/>
          </a:xfrm>
        </p:grpSpPr>
        <p:sp>
          <p:nvSpPr>
            <p:cNvPr id="5" name="TextBox 5"/>
            <p:cNvSpPr txBox="1"/>
            <p:nvPr/>
          </p:nvSpPr>
          <p:spPr>
            <a:xfrm>
              <a:off x="4467225" y="1557338"/>
              <a:ext cx="429577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从一个任务开始，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67225" y="2205038"/>
              <a:ext cx="429577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把说和听都跑通。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88180" y="3430905"/>
              <a:ext cx="475792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下一步，再选一件你常做的事来改。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95800" y="4276725"/>
              <a:ext cx="34385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留下代码版本、操作步骤和实际结果。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95800" y="4638675"/>
              <a:ext cx="3238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遇到问题，就从出错的那一段查起。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493895" y="5391150"/>
            <a:ext cx="5774055" cy="671512"/>
            <a:chOff x="4493895" y="5391150"/>
            <a:chExt cx="5774055" cy="671512"/>
          </a:xfrm>
        </p:grpSpPr>
        <p:sp>
          <p:nvSpPr>
            <p:cNvPr id="11" name="Rectangle 11"/>
            <p:cNvSpPr/>
            <p:nvPr/>
          </p:nvSpPr>
          <p:spPr>
            <a:xfrm>
              <a:off x="4514850" y="5391150"/>
              <a:ext cx="5753100" cy="38100"/>
            </a:xfrm>
            <a:prstGeom prst="rect">
              <a:avLst/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93895" y="5727382"/>
              <a:ext cx="233019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Codex 任务电台 · Lark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41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35292"/>
            <a:ext cx="621775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附录：EasyInput V2 公开硬件参数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95312" y="1257300"/>
            <a:ext cx="5634038" cy="3555206"/>
            <a:chOff x="595312" y="1257300"/>
            <a:chExt cx="5634038" cy="3555206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257300"/>
              <a:ext cx="5619750" cy="3162300"/>
            </a:xfrm>
            <a:prstGeom prst="rect">
              <a:avLst/>
            </a:prstGeom>
          </p:spPr>
        </p:pic>
        <p:sp>
          <p:nvSpPr>
            <p:cNvPr id="5" name="TextBox 5"/>
            <p:cNvSpPr txBox="1"/>
            <p:nvPr/>
          </p:nvSpPr>
          <p:spPr>
            <a:xfrm>
              <a:off x="595312" y="4583906"/>
              <a:ext cx="1581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EasyInput V2 PCB 背面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05600" y="1257300"/>
            <a:ext cx="4876800" cy="4495800"/>
            <a:chOff x="6705600" y="1257300"/>
            <a:chExt cx="4876800" cy="4495800"/>
          </a:xfrm>
        </p:grpSpPr>
        <p:sp>
          <p:nvSpPr>
            <p:cNvPr id="7" name="Rectangle 7"/>
            <p:cNvSpPr/>
            <p:nvPr/>
          </p:nvSpPr>
          <p:spPr>
            <a:xfrm>
              <a:off x="6705600" y="1257300"/>
              <a:ext cx="4876800" cy="4495800"/>
            </a:xfrm>
            <a:prstGeom prst="roundRect">
              <a:avLst>
                <a:gd name="adj" fmla="val 1695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27545" y="1593532"/>
              <a:ext cx="131256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ESP32-S3R8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029450" y="2009775"/>
              <a:ext cx="23983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8 MB PSRAM · 16 MB Flash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048500" y="241935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029450" y="2695575"/>
              <a:ext cx="25484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输入：8 键 + 旋钮旋转/按压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29450" y="3057525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灯光：5 颗 WS2812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29450" y="3419475"/>
              <a:ext cx="26084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音频：I2S 麦克风 + 数字功放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29450" y="3781425"/>
              <a:ext cx="31884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连接：USB-C、BLE、2.4 GHz Wi-Fi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29450" y="4143375"/>
              <a:ext cx="27184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调试：BOOT 入口、UART 触点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48500" y="4953000"/>
              <a:ext cx="4171950" cy="514350"/>
            </a:xfrm>
            <a:prstGeom prst="roundRect">
              <a:avLst>
                <a:gd name="adj" fmla="val 14815"/>
              </a:avLst>
            </a:prstGeom>
            <a:solidFill>
              <a:srgbClr val="19211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40930" y="5163502"/>
              <a:ext cx="33870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板载十档音量、短按播报与扬声器均由自定义固件启用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42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3405" y="435292"/>
            <a:ext cx="4681416" cy="779146"/>
            <a:chOff x="573405" y="435292"/>
            <a:chExt cx="4681416" cy="779146"/>
          </a:xfrm>
        </p:grpSpPr>
        <p:sp>
          <p:nvSpPr>
            <p:cNvPr id="3" name="TextBox 3"/>
            <p:cNvSpPr txBox="1"/>
            <p:nvPr/>
          </p:nvSpPr>
          <p:spPr>
            <a:xfrm>
              <a:off x="573405" y="435292"/>
              <a:ext cx="468141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附录：S1-S8 与 GPIO 对照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940118"/>
              <a:ext cx="27796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按 PCB 正面丝印，从左到右读取。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657350"/>
            <a:ext cx="10668000" cy="1619250"/>
            <a:chOff x="762000" y="1657350"/>
            <a:chExt cx="10668000" cy="1619250"/>
          </a:xfrm>
        </p:grpSpPr>
        <p:sp>
          <p:nvSpPr>
            <p:cNvPr id="6" name="Rectangle 6"/>
            <p:cNvSpPr/>
            <p:nvPr/>
          </p:nvSpPr>
          <p:spPr>
            <a:xfrm>
              <a:off x="762000" y="1657350"/>
              <a:ext cx="10668000" cy="1619250"/>
            </a:xfrm>
            <a:prstGeom prst="roundRect">
              <a:avLst>
                <a:gd name="adj" fmla="val 4706"/>
              </a:avLst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92505" y="1892618"/>
              <a:ext cx="13858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上排 · 语音输入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1594" y="2573655"/>
              <a:ext cx="143531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S1 · GPIO2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41479" y="2573655"/>
              <a:ext cx="167054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S2 · GPIO47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98979" y="2573655"/>
              <a:ext cx="167054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S3 · GPIO38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93234" y="2573655"/>
              <a:ext cx="159703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S4 · GPIO41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3676650"/>
            <a:ext cx="10668000" cy="1619250"/>
            <a:chOff x="762000" y="3676650"/>
            <a:chExt cx="10668000" cy="1619250"/>
          </a:xfrm>
        </p:grpSpPr>
        <p:sp>
          <p:nvSpPr>
            <p:cNvPr id="13" name="Rectangle 13"/>
            <p:cNvSpPr/>
            <p:nvPr/>
          </p:nvSpPr>
          <p:spPr>
            <a:xfrm>
              <a:off x="762000" y="3676650"/>
              <a:ext cx="10668000" cy="1619250"/>
            </a:xfrm>
            <a:prstGeom prst="roundRect">
              <a:avLst>
                <a:gd name="adj" fmla="val 4706"/>
              </a:avLst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92505" y="3911918"/>
              <a:ext cx="13858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下排 · 收听汇报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1594" y="4592955"/>
              <a:ext cx="143531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S5 · GPIO1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22339" y="4592955"/>
              <a:ext cx="15088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S6 · GPIO6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79839" y="4592955"/>
              <a:ext cx="15088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S7 · GPIO7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56479" y="4592955"/>
              <a:ext cx="167054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S8 · GPIO48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44855" y="5759768"/>
            <a:ext cx="5155930" cy="274320"/>
            <a:chOff x="744855" y="5759768"/>
            <a:chExt cx="5155930" cy="274320"/>
          </a:xfrm>
        </p:grpSpPr>
        <p:sp>
          <p:nvSpPr>
            <p:cNvPr id="20" name="TextBox 20"/>
            <p:cNvSpPr txBox="1"/>
            <p:nvPr/>
          </p:nvSpPr>
          <p:spPr>
            <a:xfrm>
              <a:off x="744855" y="5759768"/>
              <a:ext cx="51559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排查键位时先看丝印和运行诊断，不要根据最终功能反推 GPIO。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43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397192"/>
            <a:ext cx="446193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附录：完整语音输入时序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22581" y="1111568"/>
            <a:ext cx="9817722" cy="4793932"/>
            <a:chOff x="1222581" y="1111568"/>
            <a:chExt cx="9817722" cy="4793932"/>
          </a:xfrm>
        </p:grpSpPr>
        <p:sp>
          <p:nvSpPr>
            <p:cNvPr id="4" name="TextBox 4"/>
            <p:cNvSpPr txBox="1"/>
            <p:nvPr/>
          </p:nvSpPr>
          <p:spPr>
            <a:xfrm>
              <a:off x="1222581" y="11115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键盘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334229" y="1111568"/>
              <a:ext cx="8565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Mac Host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11272" y="1111568"/>
              <a:ext cx="9699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DashScope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486198" y="1111568"/>
              <a:ext cx="5541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Codex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428750" y="1447800"/>
              <a:ext cx="9525" cy="4457700"/>
            </a:xfrm>
            <a:custGeom>
              <a:avLst/>
              <a:gdLst/>
              <a:ahLst/>
              <a:cxnLst/>
              <a:rect l="l" t="t" r="r" b="b"/>
              <a:pathLst>
                <a:path w="9525" h="4457700">
                  <a:moveTo>
                    <a:pt x="0" y="0"/>
                  </a:moveTo>
                  <a:lnTo>
                    <a:pt x="0" y="445770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762500" y="1447800"/>
              <a:ext cx="9525" cy="4457700"/>
            </a:xfrm>
            <a:custGeom>
              <a:avLst/>
              <a:gdLst/>
              <a:ahLst/>
              <a:cxnLst/>
              <a:rect l="l" t="t" r="r" b="b"/>
              <a:pathLst>
                <a:path w="9525" h="4457700">
                  <a:moveTo>
                    <a:pt x="0" y="0"/>
                  </a:moveTo>
                  <a:lnTo>
                    <a:pt x="0" y="445770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096250" y="1447800"/>
              <a:ext cx="9525" cy="4457700"/>
            </a:xfrm>
            <a:custGeom>
              <a:avLst/>
              <a:gdLst/>
              <a:ahLst/>
              <a:cxnLst/>
              <a:rect l="l" t="t" r="r" b="b"/>
              <a:pathLst>
                <a:path w="9525" h="4457700">
                  <a:moveTo>
                    <a:pt x="0" y="0"/>
                  </a:moveTo>
                  <a:lnTo>
                    <a:pt x="0" y="445770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763250" y="1447800"/>
              <a:ext cx="9525" cy="4457700"/>
            </a:xfrm>
            <a:custGeom>
              <a:avLst/>
              <a:gdLst/>
              <a:ahLst/>
              <a:cxnLst/>
              <a:rect l="l" t="t" r="r" b="b"/>
              <a:pathLst>
                <a:path w="9525" h="4457700">
                  <a:moveTo>
                    <a:pt x="0" y="0"/>
                  </a:moveTo>
                  <a:lnTo>
                    <a:pt x="0" y="445770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876300" y="1695450"/>
            <a:ext cx="10077450" cy="3962400"/>
            <a:chOff x="876300" y="1695450"/>
            <a:chExt cx="10077450" cy="3962400"/>
          </a:xfrm>
        </p:grpSpPr>
        <p:sp>
          <p:nvSpPr>
            <p:cNvPr id="13" name="Rectangle 13"/>
            <p:cNvSpPr/>
            <p:nvPr/>
          </p:nvSpPr>
          <p:spPr>
            <a:xfrm>
              <a:off x="876300" y="1695450"/>
              <a:ext cx="1104900" cy="400050"/>
            </a:xfrm>
            <a:prstGeom prst="roundRect">
              <a:avLst>
                <a:gd name="adj" fmla="val 19048"/>
              </a:avLst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19113" y="1840706"/>
              <a:ext cx="6192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S1 DOWN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88795" y="2260282"/>
              <a:ext cx="18021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固件启动本次采集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76300" y="2705100"/>
              <a:ext cx="1104900" cy="400050"/>
            </a:xfrm>
            <a:prstGeom prst="roundRect">
              <a:avLst>
                <a:gd name="adj" fmla="val 19048"/>
              </a:avLst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68757" y="2850356"/>
              <a:ext cx="3199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PCM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428750" y="33337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38100">
              <a:solidFill>
                <a:srgbClr val="2D7D9A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4762500" y="3238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D7D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229850" y="30603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EIAU v3 + HMAC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76300" y="3714750"/>
              <a:ext cx="1104900" cy="400050"/>
            </a:xfrm>
            <a:prstGeom prst="roundRect">
              <a:avLst>
                <a:gd name="adj" fmla="val 19048"/>
              </a:avLst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37253" y="3860006"/>
              <a:ext cx="3829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S1 UP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1428750" y="43434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38100">
              <a:solidFill>
                <a:srgbClr val="1E9668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4762500" y="42481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405872" y="4070032"/>
              <a:ext cx="12080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EIAE v3 end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762500" y="47244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38100">
              <a:solidFill>
                <a:srgbClr val="2D7D9A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8096250" y="46291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D7D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822132" y="4451032"/>
              <a:ext cx="104303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Qwen ASR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4762500" y="51435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3333750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1E9668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4572000" y="50482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0"/>
                  </a:moveTo>
                  <a:lnTo>
                    <a:pt x="0" y="9525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82640" y="4870132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识别文本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762500" y="5562600"/>
              <a:ext cx="6000750" cy="9525"/>
            </a:xfrm>
            <a:custGeom>
              <a:avLst/>
              <a:gdLst/>
              <a:ahLst/>
              <a:cxnLst/>
              <a:rect l="l" t="t" r="r" b="b"/>
              <a:pathLst>
                <a:path w="6000750" h="9525">
                  <a:moveTo>
                    <a:pt x="0" y="0"/>
                  </a:moveTo>
                  <a:lnTo>
                    <a:pt x="6000750" y="0"/>
                  </a:lnTo>
                </a:path>
              </a:pathLst>
            </a:custGeom>
            <a:noFill/>
            <a:ln w="38100">
              <a:solidFill>
                <a:srgbClr val="1E9668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10763250" y="54673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87117" y="5289232"/>
              <a:ext cx="369436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Host 排队，到执行时通过 stdin 提交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44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397192"/>
            <a:ext cx="526003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附录：总结、缓存与播放时序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66750" y="1771650"/>
            <a:ext cx="9313259" cy="3048000"/>
            <a:chOff x="666750" y="1771650"/>
            <a:chExt cx="9313259" cy="3048000"/>
          </a:xfrm>
        </p:grpSpPr>
        <p:grpSp>
          <p:nvGrpSpPr>
            <p:cNvPr id="8" name="Group 8"/>
            <p:cNvGrpSpPr/>
            <p:nvPr/>
          </p:nvGrpSpPr>
          <p:grpSpPr>
            <a:xfrm>
              <a:off x="666750" y="1771650"/>
              <a:ext cx="2506959" cy="678656"/>
              <a:chOff x="666750" y="1771650"/>
              <a:chExt cx="2506959" cy="678656"/>
            </a:xfrm>
          </p:grpSpPr>
          <p:sp>
            <p:nvSpPr>
              <p:cNvPr id="4" name="Ellipse 4"/>
              <p:cNvSpPr/>
              <p:nvPr/>
            </p:nvSpPr>
            <p:spPr>
              <a:xfrm>
                <a:off x="666750" y="1771650"/>
                <a:ext cx="647700" cy="647700"/>
              </a:xfrm>
              <a:prstGeom prst="ellipse">
                <a:avLst/>
              </a:prstGeom>
              <a:solidFill>
                <a:srgbClr val="19211F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940046" y="2019300"/>
                <a:ext cx="10110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503045" y="1860232"/>
                <a:ext cx="167066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Codex 任务完成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509712" y="2221706"/>
                <a:ext cx="125122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第 5 灯运行数减一</a:t>
                </a:r>
              </a:p>
            </p:txBody>
          </p:sp>
        </p:grpSp>
        <p:sp>
          <p:nvSpPr>
            <p:cNvPr id="9" name="Line 9"/>
            <p:cNvSpPr/>
            <p:nvPr/>
          </p:nvSpPr>
          <p:spPr>
            <a:xfrm>
              <a:off x="990600" y="24193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38100">
              <a:solidFill>
                <a:srgbClr val="CBD2CE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666750" y="2838450"/>
              <a:ext cx="3361765" cy="678656"/>
              <a:chOff x="666750" y="2838450"/>
              <a:chExt cx="3361765" cy="678656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666750" y="2838450"/>
                <a:ext cx="647700" cy="647700"/>
              </a:xfrm>
              <a:prstGeom prst="ellipse">
                <a:avLst/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13793" y="3086100"/>
                <a:ext cx="1536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503045" y="2927032"/>
                <a:ext cx="252547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Luna High 生成可听总结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09712" y="32885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包含旧未听内容与新结果</a:t>
                </a:r>
              </a:p>
            </p:txBody>
          </p:sp>
        </p:grpSp>
        <p:sp>
          <p:nvSpPr>
            <p:cNvPr id="15" name="Line 15"/>
            <p:cNvSpPr/>
            <p:nvPr/>
          </p:nvSpPr>
          <p:spPr>
            <a:xfrm>
              <a:off x="990600" y="34861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38100">
              <a:solidFill>
                <a:srgbClr val="CBD2CE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666750" y="3905250"/>
              <a:ext cx="2922811" cy="678656"/>
              <a:chOff x="666750" y="3905250"/>
              <a:chExt cx="2922811" cy="678656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666750" y="3905250"/>
                <a:ext cx="647700" cy="647700"/>
              </a:xfrm>
              <a:prstGeom prst="ellipse">
                <a:avLst/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13793" y="4152900"/>
                <a:ext cx="1536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503045" y="3993832"/>
                <a:ext cx="208651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Qwen TTS 生成音频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509712" y="4355306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加密缓存到 Mac 本地</a:t>
                </a:r>
              </a:p>
            </p:txBody>
          </p:sp>
        </p:grpSp>
        <p:sp>
          <p:nvSpPr>
            <p:cNvPr id="21" name="Line 21"/>
            <p:cNvSpPr/>
            <p:nvPr/>
          </p:nvSpPr>
          <p:spPr>
            <a:xfrm>
              <a:off x="5334000" y="2095500"/>
              <a:ext cx="9525" cy="2724150"/>
            </a:xfrm>
            <a:custGeom>
              <a:avLst/>
              <a:gdLst/>
              <a:ahLst/>
              <a:cxnLst/>
              <a:rect l="l" t="t" r="r" b="b"/>
              <a:pathLst>
                <a:path w="9525" h="2724150">
                  <a:moveTo>
                    <a:pt x="0" y="0"/>
                  </a:moveTo>
                  <a:lnTo>
                    <a:pt x="0" y="272415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5867400" y="1771650"/>
              <a:ext cx="3200045" cy="678656"/>
              <a:chOff x="5867400" y="1771650"/>
              <a:chExt cx="3200045" cy="678656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5867400" y="1771650"/>
                <a:ext cx="647700" cy="647700"/>
              </a:xfrm>
              <a:prstGeom prst="ellipse">
                <a:avLst/>
              </a:prstGeom>
              <a:solidFill>
                <a:srgbClr val="E0A636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114443" y="2019300"/>
                <a:ext cx="1536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703695" y="1860232"/>
                <a:ext cx="236375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信箱灯亮，等待 S5-S8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710362" y="222170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按下后从对应槽取音频</a:t>
                </a:r>
              </a:p>
            </p:txBody>
          </p:sp>
        </p:grpSp>
        <p:sp>
          <p:nvSpPr>
            <p:cNvPr id="27" name="Line 27"/>
            <p:cNvSpPr/>
            <p:nvPr/>
          </p:nvSpPr>
          <p:spPr>
            <a:xfrm>
              <a:off x="6191250" y="24193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38100">
              <a:solidFill>
                <a:srgbClr val="CBD2CE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5867400" y="2838450"/>
              <a:ext cx="2945913" cy="678656"/>
              <a:chOff x="5867400" y="2838450"/>
              <a:chExt cx="2945913" cy="678656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5867400" y="2838450"/>
                <a:ext cx="647700" cy="647700"/>
              </a:xfrm>
              <a:prstGeom prst="ellipse">
                <a:avLst/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114443" y="3086100"/>
                <a:ext cx="1536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703695" y="2927032"/>
                <a:ext cx="210961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LAN 流式下发并播放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710362" y="32885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传输完成和播放完成分开</a:t>
                </a: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6191250" y="34861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38100">
              <a:solidFill>
                <a:srgbClr val="CBD2CE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5867400" y="3905250"/>
              <a:ext cx="4112609" cy="700088"/>
              <a:chOff x="5867400" y="3905250"/>
              <a:chExt cx="4112609" cy="700088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5867400" y="3905250"/>
                <a:ext cx="647700" cy="647700"/>
              </a:xfrm>
              <a:prstGeom prst="ellipse">
                <a:avLst/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114443" y="4152900"/>
                <a:ext cx="1536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6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703695" y="3993832"/>
                <a:ext cx="327631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播放完成，匹配回执后消费本条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707505" y="4331018"/>
                <a:ext cx="291465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清理本条缓存；若有新未读，灯仍亮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971550" y="5353050"/>
            <a:ext cx="10248900" cy="571500"/>
            <a:chOff x="971550" y="5353050"/>
            <a:chExt cx="10248900" cy="571500"/>
          </a:xfrm>
        </p:grpSpPr>
        <p:sp>
          <p:nvSpPr>
            <p:cNvPr id="40" name="Rectangle 40"/>
            <p:cNvSpPr/>
            <p:nvPr/>
          </p:nvSpPr>
          <p:spPr>
            <a:xfrm>
              <a:off x="971550" y="5353050"/>
              <a:ext cx="10248900" cy="571500"/>
            </a:xfrm>
            <a:prstGeom prst="roundRect">
              <a:avLst>
                <a:gd name="adj" fmla="val 13333"/>
              </a:avLst>
            </a:prstGeom>
            <a:solidFill>
              <a:srgbClr val="19211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545038" y="5569268"/>
              <a:ext cx="51019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所有任务完成后第 5 灯回绿；任何一步失败，仍保留未听内容。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45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35292"/>
            <a:ext cx="605813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附录：密钥、缓存和数据放在哪里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9600" y="1428750"/>
            <a:ext cx="3352800" cy="3905250"/>
            <a:chOff x="609600" y="1428750"/>
            <a:chExt cx="3352800" cy="3905250"/>
          </a:xfrm>
        </p:grpSpPr>
        <p:sp>
          <p:nvSpPr>
            <p:cNvPr id="4" name="Rectangle 4"/>
            <p:cNvSpPr/>
            <p:nvPr/>
          </p:nvSpPr>
          <p:spPr>
            <a:xfrm>
              <a:off x="609600" y="1428750"/>
              <a:ext cx="3352800" cy="3905250"/>
            </a:xfrm>
            <a:prstGeom prst="roundRect">
              <a:avLst>
                <a:gd name="adj" fmla="val 2273"/>
              </a:avLst>
            </a:prstGeom>
            <a:solidFill>
              <a:srgbClr val="19211F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981075" y="1826419"/>
              <a:ext cx="400050" cy="450056"/>
              <a:chOff x="981075" y="1826419"/>
              <a:chExt cx="400050" cy="45005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997744" y="1993106"/>
                <a:ext cx="366712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266700">
                    <a:moveTo>
                      <a:pt x="350044" y="0"/>
                    </a:moveTo>
                    <a:lnTo>
                      <a:pt x="16669" y="0"/>
                    </a:lnTo>
                    <a:cubicBezTo>
                      <a:pt x="7463" y="0"/>
                      <a:pt x="0" y="7463"/>
                      <a:pt x="0" y="16669"/>
                    </a:cubicBezTo>
                    <a:lnTo>
                      <a:pt x="0" y="250031"/>
                    </a:lnTo>
                    <a:cubicBezTo>
                      <a:pt x="0" y="259237"/>
                      <a:pt x="7463" y="266700"/>
                      <a:pt x="16669" y="266700"/>
                    </a:cubicBezTo>
                    <a:lnTo>
                      <a:pt x="350044" y="266700"/>
                    </a:lnTo>
                    <a:cubicBezTo>
                      <a:pt x="359250" y="266700"/>
                      <a:pt x="366712" y="259237"/>
                      <a:pt x="366712" y="250031"/>
                    </a:cubicBezTo>
                    <a:lnTo>
                      <a:pt x="366712" y="16669"/>
                    </a:lnTo>
                    <a:cubicBezTo>
                      <a:pt x="366712" y="7463"/>
                      <a:pt x="359250" y="0"/>
                      <a:pt x="350044" y="0"/>
                    </a:cubicBezTo>
                    <a:close/>
                    <a:moveTo>
                      <a:pt x="183356" y="150019"/>
                    </a:moveTo>
                    <a:cubicBezTo>
                      <a:pt x="160342" y="150019"/>
                      <a:pt x="141684" y="131362"/>
                      <a:pt x="141684" y="108347"/>
                    </a:cubicBezTo>
                    <a:cubicBezTo>
                      <a:pt x="141684" y="85332"/>
                      <a:pt x="160342" y="66675"/>
                      <a:pt x="183356" y="66675"/>
                    </a:cubicBezTo>
                    <a:cubicBezTo>
                      <a:pt x="206371" y="66675"/>
                      <a:pt x="225028" y="85332"/>
                      <a:pt x="225028" y="108347"/>
                    </a:cubicBezTo>
                    <a:cubicBezTo>
                      <a:pt x="225028" y="131362"/>
                      <a:pt x="206371" y="150019"/>
                      <a:pt x="183356" y="150019"/>
                    </a:cubicBezTo>
                    <a:close/>
                  </a:path>
                </a:pathLst>
              </a:custGeom>
              <a:solidFill>
                <a:srgbClr val="E0A63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81075" y="1826419"/>
                <a:ext cx="400050" cy="450056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50056">
                    <a:moveTo>
                      <a:pt x="366712" y="150019"/>
                    </a:moveTo>
                    <a:lnTo>
                      <a:pt x="300038" y="150019"/>
                    </a:lnTo>
                    <a:lnTo>
                      <a:pt x="300038" y="100012"/>
                    </a:lnTo>
                    <a:cubicBezTo>
                      <a:pt x="300038" y="44777"/>
                      <a:pt x="255260" y="0"/>
                      <a:pt x="200025" y="0"/>
                    </a:cubicBezTo>
                    <a:cubicBezTo>
                      <a:pt x="144790" y="0"/>
                      <a:pt x="100012" y="44777"/>
                      <a:pt x="100012" y="100012"/>
                    </a:cubicBezTo>
                    <a:lnTo>
                      <a:pt x="100012" y="150019"/>
                    </a:lnTo>
                    <a:lnTo>
                      <a:pt x="33338" y="150019"/>
                    </a:lnTo>
                    <a:cubicBezTo>
                      <a:pt x="14926" y="150019"/>
                      <a:pt x="0" y="164944"/>
                      <a:pt x="0" y="183356"/>
                    </a:cubicBezTo>
                    <a:lnTo>
                      <a:pt x="0" y="416719"/>
                    </a:lnTo>
                    <a:cubicBezTo>
                      <a:pt x="0" y="435131"/>
                      <a:pt x="14926" y="450056"/>
                      <a:pt x="33338" y="450056"/>
                    </a:cubicBezTo>
                    <a:lnTo>
                      <a:pt x="366712" y="450056"/>
                    </a:lnTo>
                    <a:cubicBezTo>
                      <a:pt x="385124" y="450056"/>
                      <a:pt x="400050" y="435131"/>
                      <a:pt x="400050" y="416719"/>
                    </a:cubicBezTo>
                    <a:lnTo>
                      <a:pt x="400050" y="183356"/>
                    </a:lnTo>
                    <a:cubicBezTo>
                      <a:pt x="400050" y="164944"/>
                      <a:pt x="385124" y="150019"/>
                      <a:pt x="366712" y="150019"/>
                    </a:cubicBezTo>
                    <a:close/>
                    <a:moveTo>
                      <a:pt x="133350" y="100012"/>
                    </a:moveTo>
                    <a:cubicBezTo>
                      <a:pt x="133350" y="63189"/>
                      <a:pt x="163201" y="33338"/>
                      <a:pt x="200025" y="33338"/>
                    </a:cubicBezTo>
                    <a:cubicBezTo>
                      <a:pt x="236849" y="33338"/>
                      <a:pt x="266700" y="63189"/>
                      <a:pt x="266700" y="100012"/>
                    </a:cubicBezTo>
                    <a:lnTo>
                      <a:pt x="266700" y="150019"/>
                    </a:lnTo>
                    <a:lnTo>
                      <a:pt x="133350" y="150019"/>
                    </a:lnTo>
                    <a:close/>
                    <a:moveTo>
                      <a:pt x="366712" y="416719"/>
                    </a:moveTo>
                    <a:lnTo>
                      <a:pt x="33338" y="416719"/>
                    </a:lnTo>
                    <a:lnTo>
                      <a:pt x="33338" y="183356"/>
                    </a:lnTo>
                    <a:lnTo>
                      <a:pt x="366712" y="183356"/>
                    </a:lnTo>
                    <a:lnTo>
                      <a:pt x="366712" y="416719"/>
                    </a:lnTo>
                    <a:close/>
                    <a:moveTo>
                      <a:pt x="200025" y="216694"/>
                    </a:moveTo>
                    <a:cubicBezTo>
                      <a:pt x="171065" y="216704"/>
                      <a:pt x="146496" y="237955"/>
                      <a:pt x="142315" y="266611"/>
                    </a:cubicBezTo>
                    <a:cubicBezTo>
                      <a:pt x="138134" y="295268"/>
                      <a:pt x="155607" y="322653"/>
                      <a:pt x="183356" y="330937"/>
                    </a:cubicBezTo>
                    <a:lnTo>
                      <a:pt x="183356" y="366712"/>
                    </a:lnTo>
                    <a:cubicBezTo>
                      <a:pt x="183356" y="375918"/>
                      <a:pt x="190819" y="383381"/>
                      <a:pt x="200025" y="383381"/>
                    </a:cubicBezTo>
                    <a:cubicBezTo>
                      <a:pt x="209231" y="383381"/>
                      <a:pt x="216694" y="375918"/>
                      <a:pt x="216694" y="366712"/>
                    </a:cubicBezTo>
                    <a:lnTo>
                      <a:pt x="216694" y="330937"/>
                    </a:lnTo>
                    <a:cubicBezTo>
                      <a:pt x="244443" y="322653"/>
                      <a:pt x="261916" y="295268"/>
                      <a:pt x="257735" y="266611"/>
                    </a:cubicBezTo>
                    <a:cubicBezTo>
                      <a:pt x="253554" y="237955"/>
                      <a:pt x="228985" y="216704"/>
                      <a:pt x="200025" y="216694"/>
                    </a:cubicBezTo>
                    <a:close/>
                    <a:moveTo>
                      <a:pt x="200025" y="300038"/>
                    </a:moveTo>
                    <a:cubicBezTo>
                      <a:pt x="186216" y="300038"/>
                      <a:pt x="175022" y="288843"/>
                      <a:pt x="175022" y="275034"/>
                    </a:cubicBezTo>
                    <a:cubicBezTo>
                      <a:pt x="175022" y="261226"/>
                      <a:pt x="186216" y="250031"/>
                      <a:pt x="200025" y="250031"/>
                    </a:cubicBezTo>
                    <a:cubicBezTo>
                      <a:pt x="213834" y="250031"/>
                      <a:pt x="225028" y="261226"/>
                      <a:pt x="225028" y="275034"/>
                    </a:cubicBezTo>
                    <a:cubicBezTo>
                      <a:pt x="225028" y="288843"/>
                      <a:pt x="213834" y="300038"/>
                      <a:pt x="200025" y="300038"/>
                    </a:cubicBezTo>
                    <a:close/>
                  </a:path>
                </a:pathLst>
              </a:custGeom>
              <a:solidFill>
                <a:srgbClr val="E0A636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889635" y="2627948"/>
              <a:ext cx="96419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API Key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6302" y="3218021"/>
              <a:ext cx="194593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只在 Mac 本地 `.env`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6302" y="3579971"/>
              <a:ext cx="127134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文件权限 0600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6302" y="3941921"/>
              <a:ext cx="111933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绝不提交 Git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19600" y="1428750"/>
            <a:ext cx="3352800" cy="3905250"/>
            <a:chOff x="4419600" y="1428750"/>
            <a:chExt cx="3352800" cy="3905250"/>
          </a:xfrm>
        </p:grpSpPr>
        <p:sp>
          <p:nvSpPr>
            <p:cNvPr id="13" name="Rectangle 13"/>
            <p:cNvSpPr/>
            <p:nvPr/>
          </p:nvSpPr>
          <p:spPr>
            <a:xfrm>
              <a:off x="4419600" y="1428750"/>
              <a:ext cx="3352800" cy="3905250"/>
            </a:xfrm>
            <a:prstGeom prst="roundRect">
              <a:avLst>
                <a:gd name="adj" fmla="val 2273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791075" y="1859756"/>
              <a:ext cx="400050" cy="433388"/>
              <a:chOff x="4791075" y="1859756"/>
              <a:chExt cx="400050" cy="43338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807744" y="1876425"/>
                <a:ext cx="366712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200025">
                    <a:moveTo>
                      <a:pt x="366712" y="100012"/>
                    </a:moveTo>
                    <a:cubicBezTo>
                      <a:pt x="366712" y="155249"/>
                      <a:pt x="284619" y="200025"/>
                      <a:pt x="183356" y="200025"/>
                    </a:cubicBezTo>
                    <a:cubicBezTo>
                      <a:pt x="82094" y="200025"/>
                      <a:pt x="0" y="155249"/>
                      <a:pt x="0" y="100012"/>
                    </a:cubicBezTo>
                    <a:cubicBezTo>
                      <a:pt x="0" y="44776"/>
                      <a:pt x="82094" y="0"/>
                      <a:pt x="183356" y="0"/>
                    </a:cubicBezTo>
                    <a:cubicBezTo>
                      <a:pt x="284619" y="0"/>
                      <a:pt x="366712" y="44776"/>
                      <a:pt x="366712" y="100012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791075" y="1859756"/>
                <a:ext cx="400050" cy="433388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33388">
                    <a:moveTo>
                      <a:pt x="200025" y="0"/>
                    </a:moveTo>
                    <a:cubicBezTo>
                      <a:pt x="87865" y="0"/>
                      <a:pt x="0" y="51256"/>
                      <a:pt x="0" y="116681"/>
                    </a:cubicBezTo>
                    <a:lnTo>
                      <a:pt x="0" y="316706"/>
                    </a:lnTo>
                    <a:cubicBezTo>
                      <a:pt x="0" y="382131"/>
                      <a:pt x="87865" y="433388"/>
                      <a:pt x="200025" y="433388"/>
                    </a:cubicBezTo>
                    <a:cubicBezTo>
                      <a:pt x="312185" y="433388"/>
                      <a:pt x="400050" y="382131"/>
                      <a:pt x="400050" y="316706"/>
                    </a:cubicBezTo>
                    <a:lnTo>
                      <a:pt x="400050" y="116681"/>
                    </a:lnTo>
                    <a:cubicBezTo>
                      <a:pt x="400050" y="51256"/>
                      <a:pt x="312185" y="0"/>
                      <a:pt x="200025" y="0"/>
                    </a:cubicBezTo>
                    <a:close/>
                    <a:moveTo>
                      <a:pt x="366712" y="216694"/>
                    </a:moveTo>
                    <a:cubicBezTo>
                      <a:pt x="366712" y="236738"/>
                      <a:pt x="350294" y="257178"/>
                      <a:pt x="321686" y="272784"/>
                    </a:cubicBezTo>
                    <a:cubicBezTo>
                      <a:pt x="289474" y="290349"/>
                      <a:pt x="246260" y="300038"/>
                      <a:pt x="200025" y="300038"/>
                    </a:cubicBezTo>
                    <a:cubicBezTo>
                      <a:pt x="153790" y="300038"/>
                      <a:pt x="110576" y="290349"/>
                      <a:pt x="78364" y="272784"/>
                    </a:cubicBezTo>
                    <a:cubicBezTo>
                      <a:pt x="49756" y="257178"/>
                      <a:pt x="33338" y="236738"/>
                      <a:pt x="33338" y="216694"/>
                    </a:cubicBezTo>
                    <a:lnTo>
                      <a:pt x="33338" y="182023"/>
                    </a:lnTo>
                    <a:cubicBezTo>
                      <a:pt x="68884" y="213277"/>
                      <a:pt x="129662" y="233362"/>
                      <a:pt x="200025" y="233362"/>
                    </a:cubicBezTo>
                    <a:cubicBezTo>
                      <a:pt x="270388" y="233362"/>
                      <a:pt x="331166" y="213193"/>
                      <a:pt x="366712" y="182023"/>
                    </a:cubicBezTo>
                    <a:close/>
                    <a:moveTo>
                      <a:pt x="78364" y="60591"/>
                    </a:moveTo>
                    <a:cubicBezTo>
                      <a:pt x="110576" y="43026"/>
                      <a:pt x="153790" y="33338"/>
                      <a:pt x="200025" y="33338"/>
                    </a:cubicBezTo>
                    <a:cubicBezTo>
                      <a:pt x="246260" y="33338"/>
                      <a:pt x="289474" y="43026"/>
                      <a:pt x="321686" y="60591"/>
                    </a:cubicBezTo>
                    <a:cubicBezTo>
                      <a:pt x="350294" y="76197"/>
                      <a:pt x="366712" y="96637"/>
                      <a:pt x="366712" y="116681"/>
                    </a:cubicBezTo>
                    <a:cubicBezTo>
                      <a:pt x="366712" y="136725"/>
                      <a:pt x="350294" y="157165"/>
                      <a:pt x="321686" y="172772"/>
                    </a:cubicBezTo>
                    <a:cubicBezTo>
                      <a:pt x="289474" y="190336"/>
                      <a:pt x="246260" y="200025"/>
                      <a:pt x="200025" y="200025"/>
                    </a:cubicBezTo>
                    <a:cubicBezTo>
                      <a:pt x="153790" y="200025"/>
                      <a:pt x="110576" y="190336"/>
                      <a:pt x="78364" y="172772"/>
                    </a:cubicBezTo>
                    <a:cubicBezTo>
                      <a:pt x="49756" y="157165"/>
                      <a:pt x="33338" y="136725"/>
                      <a:pt x="33338" y="116681"/>
                    </a:cubicBezTo>
                    <a:cubicBezTo>
                      <a:pt x="33338" y="96637"/>
                      <a:pt x="49756" y="76197"/>
                      <a:pt x="78364" y="60591"/>
                    </a:cubicBezTo>
                    <a:close/>
                    <a:moveTo>
                      <a:pt x="321686" y="372797"/>
                    </a:moveTo>
                    <a:cubicBezTo>
                      <a:pt x="289474" y="390361"/>
                      <a:pt x="246260" y="400050"/>
                      <a:pt x="200025" y="400050"/>
                    </a:cubicBezTo>
                    <a:cubicBezTo>
                      <a:pt x="153790" y="400050"/>
                      <a:pt x="110576" y="390361"/>
                      <a:pt x="78364" y="372797"/>
                    </a:cubicBezTo>
                    <a:cubicBezTo>
                      <a:pt x="49756" y="357190"/>
                      <a:pt x="33338" y="336750"/>
                      <a:pt x="33338" y="316706"/>
                    </a:cubicBezTo>
                    <a:lnTo>
                      <a:pt x="33338" y="282035"/>
                    </a:lnTo>
                    <a:cubicBezTo>
                      <a:pt x="68884" y="313289"/>
                      <a:pt x="129662" y="333375"/>
                      <a:pt x="200025" y="333375"/>
                    </a:cubicBezTo>
                    <a:cubicBezTo>
                      <a:pt x="270388" y="333375"/>
                      <a:pt x="331166" y="313206"/>
                      <a:pt x="366712" y="282035"/>
                    </a:cubicBezTo>
                    <a:lnTo>
                      <a:pt x="366712" y="316706"/>
                    </a:lnTo>
                    <a:cubicBezTo>
                      <a:pt x="366712" y="336750"/>
                      <a:pt x="350294" y="357190"/>
                      <a:pt x="321686" y="372797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699635" y="2627948"/>
              <a:ext cx="14147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摘要与音频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06302" y="3218021"/>
              <a:ext cx="156588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Host 管理 SQLite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06302" y="3579971"/>
              <a:ext cx="177491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音频加密缓存到 Mac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06302" y="3941921"/>
              <a:ext cx="136636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听完后精确删除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229600" y="1428750"/>
            <a:ext cx="3352800" cy="3905250"/>
            <a:chOff x="8229600" y="1428750"/>
            <a:chExt cx="3352800" cy="3905250"/>
          </a:xfrm>
        </p:grpSpPr>
        <p:sp>
          <p:nvSpPr>
            <p:cNvPr id="22" name="Rectangle 22"/>
            <p:cNvSpPr/>
            <p:nvPr/>
          </p:nvSpPr>
          <p:spPr>
            <a:xfrm>
              <a:off x="8229600" y="1428750"/>
              <a:ext cx="3352800" cy="3905250"/>
            </a:xfrm>
            <a:prstGeom prst="roundRect">
              <a:avLst>
                <a:gd name="adj" fmla="val 2273"/>
              </a:avLst>
            </a:prstGeom>
            <a:solidFill>
              <a:srgbClr val="1E9668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601075" y="1893094"/>
              <a:ext cx="400050" cy="417287"/>
              <a:chOff x="8601075" y="1893094"/>
              <a:chExt cx="400050" cy="417287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617744" y="1909762"/>
                <a:ext cx="366712" cy="383632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383632">
                    <a:moveTo>
                      <a:pt x="366712" y="16669"/>
                    </a:moveTo>
                    <a:lnTo>
                      <a:pt x="366712" y="139122"/>
                    </a:lnTo>
                    <a:cubicBezTo>
                      <a:pt x="366712" y="314518"/>
                      <a:pt x="218131" y="372630"/>
                      <a:pt x="188482" y="382485"/>
                    </a:cubicBezTo>
                    <a:cubicBezTo>
                      <a:pt x="185161" y="383632"/>
                      <a:pt x="181552" y="383632"/>
                      <a:pt x="178231" y="382485"/>
                    </a:cubicBezTo>
                    <a:cubicBezTo>
                      <a:pt x="148581" y="372672"/>
                      <a:pt x="0" y="314623"/>
                      <a:pt x="0" y="139163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lnTo>
                      <a:pt x="350044" y="0"/>
                    </a:lnTo>
                    <a:cubicBezTo>
                      <a:pt x="359250" y="0"/>
                      <a:pt x="366712" y="7463"/>
                      <a:pt x="366712" y="16669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601075" y="1893094"/>
                <a:ext cx="400050" cy="417287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17287">
                    <a:moveTo>
                      <a:pt x="366712" y="0"/>
                    </a:moveTo>
                    <a:lnTo>
                      <a:pt x="33338" y="0"/>
                    </a:lnTo>
                    <a:cubicBezTo>
                      <a:pt x="14926" y="0"/>
                      <a:pt x="0" y="14926"/>
                      <a:pt x="0" y="33338"/>
                    </a:cubicBezTo>
                    <a:lnTo>
                      <a:pt x="0" y="155811"/>
                    </a:lnTo>
                    <a:cubicBezTo>
                      <a:pt x="0" y="342522"/>
                      <a:pt x="157978" y="404467"/>
                      <a:pt x="189607" y="414989"/>
                    </a:cubicBezTo>
                    <a:cubicBezTo>
                      <a:pt x="196362" y="417287"/>
                      <a:pt x="203688" y="417287"/>
                      <a:pt x="210443" y="414989"/>
                    </a:cubicBezTo>
                    <a:cubicBezTo>
                      <a:pt x="242114" y="404467"/>
                      <a:pt x="400050" y="342522"/>
                      <a:pt x="400050" y="155811"/>
                    </a:cubicBezTo>
                    <a:lnTo>
                      <a:pt x="400050" y="33338"/>
                    </a:lnTo>
                    <a:cubicBezTo>
                      <a:pt x="400050" y="14926"/>
                      <a:pt x="385124" y="0"/>
                      <a:pt x="366712" y="0"/>
                    </a:cubicBezTo>
                    <a:close/>
                    <a:moveTo>
                      <a:pt x="366712" y="155832"/>
                    </a:moveTo>
                    <a:cubicBezTo>
                      <a:pt x="366712" y="319227"/>
                      <a:pt x="228466" y="373818"/>
                      <a:pt x="200025" y="383319"/>
                    </a:cubicBezTo>
                    <a:cubicBezTo>
                      <a:pt x="171834" y="373922"/>
                      <a:pt x="33338" y="319373"/>
                      <a:pt x="33338" y="155832"/>
                    </a:cubicBezTo>
                    <a:lnTo>
                      <a:pt x="33338" y="33338"/>
                    </a:lnTo>
                    <a:lnTo>
                      <a:pt x="366712" y="33338"/>
                    </a:lnTo>
                    <a:close/>
                    <a:moveTo>
                      <a:pt x="104888" y="211818"/>
                    </a:moveTo>
                    <a:cubicBezTo>
                      <a:pt x="98375" y="205305"/>
                      <a:pt x="98375" y="194745"/>
                      <a:pt x="104888" y="188232"/>
                    </a:cubicBezTo>
                    <a:cubicBezTo>
                      <a:pt x="111401" y="181719"/>
                      <a:pt x="121961" y="181719"/>
                      <a:pt x="128474" y="188232"/>
                    </a:cubicBezTo>
                    <a:lnTo>
                      <a:pt x="166688" y="226445"/>
                    </a:lnTo>
                    <a:lnTo>
                      <a:pt x="271576" y="121557"/>
                    </a:lnTo>
                    <a:cubicBezTo>
                      <a:pt x="278089" y="115044"/>
                      <a:pt x="288649" y="115044"/>
                      <a:pt x="295162" y="121557"/>
                    </a:cubicBezTo>
                    <a:cubicBezTo>
                      <a:pt x="301675" y="128070"/>
                      <a:pt x="301675" y="138630"/>
                      <a:pt x="295162" y="145143"/>
                    </a:cubicBezTo>
                    <a:lnTo>
                      <a:pt x="178481" y="261824"/>
                    </a:lnTo>
                    <a:cubicBezTo>
                      <a:pt x="175354" y="264954"/>
                      <a:pt x="171112" y="266713"/>
                      <a:pt x="166688" y="266713"/>
                    </a:cubicBezTo>
                    <a:cubicBezTo>
                      <a:pt x="162263" y="266713"/>
                      <a:pt x="158021" y="264954"/>
                      <a:pt x="154894" y="261824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509635" y="26279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键盘设备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16302" y="3218021"/>
              <a:ext cx="241149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保存网络、Host 配置和音量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16302" y="3579971"/>
              <a:ext cx="155638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运行时只认槽位号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16302" y="3941921"/>
              <a:ext cx="162289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不保存 Codex 对话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90550" y="5781675"/>
            <a:ext cx="6528911" cy="304800"/>
            <a:chOff x="590550" y="5781675"/>
            <a:chExt cx="6528911" cy="304800"/>
          </a:xfrm>
        </p:grpSpPr>
        <p:sp>
          <p:nvSpPr>
            <p:cNvPr id="31" name="TextBox 31"/>
            <p:cNvSpPr txBox="1"/>
            <p:nvPr/>
          </p:nvSpPr>
          <p:spPr>
            <a:xfrm>
              <a:off x="590550" y="5781675"/>
              <a:ext cx="65289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公开仓库只包含代码、文档和脱敏截图，不包含任何真实任务 ID 或密钥。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46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  <p:bldP spid="30" grpId="0"/>
      <p:bldP spid="3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35292"/>
            <a:ext cx="406288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3F5F3"/>
                </a:solidFill>
                <a:latin typeface="Arial Black"/>
                <a:ea typeface="Microsoft YaHei"/>
                <a:cs typeface="Arial Black"/>
              </a:rPr>
              <a:t>附录：仓库与测试入口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85800" y="1581150"/>
            <a:ext cx="7743568" cy="2095500"/>
            <a:chOff x="685800" y="1581150"/>
            <a:chExt cx="7743568" cy="2095500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581150"/>
              <a:ext cx="2095500" cy="2095500"/>
            </a:xfrm>
            <a:prstGeom prst="rect">
              <a:avLst/>
            </a:prstGeom>
          </p:spPr>
        </p:pic>
        <p:sp>
          <p:nvSpPr>
            <p:cNvPr id="5" name="Freeform 5"/>
            <p:cNvSpPr/>
            <p:nvPr/>
          </p:nvSpPr>
          <p:spPr>
            <a:xfrm>
              <a:off x="3238500" y="1701815"/>
              <a:ext cx="514350" cy="503592"/>
            </a:xfrm>
            <a:custGeom>
              <a:avLst/>
              <a:gdLst/>
              <a:ahLst/>
              <a:cxnLst/>
              <a:rect l="l" t="t" r="r" b="b"/>
              <a:pathLst>
                <a:path w="514350" h="503592">
                  <a:moveTo>
                    <a:pt x="257175" y="0"/>
                  </a:moveTo>
                  <a:cubicBezTo>
                    <a:pt x="115086" y="0"/>
                    <a:pt x="0" y="115150"/>
                    <a:pt x="0" y="257175"/>
                  </a:cubicBezTo>
                  <a:cubicBezTo>
                    <a:pt x="0" y="370825"/>
                    <a:pt x="73681" y="467201"/>
                    <a:pt x="175843" y="501170"/>
                  </a:cubicBezTo>
                  <a:cubicBezTo>
                    <a:pt x="188702" y="503592"/>
                    <a:pt x="193417" y="495641"/>
                    <a:pt x="193417" y="488804"/>
                  </a:cubicBezTo>
                  <a:cubicBezTo>
                    <a:pt x="193417" y="482696"/>
                    <a:pt x="193203" y="466515"/>
                    <a:pt x="193096" y="445084"/>
                  </a:cubicBezTo>
                  <a:cubicBezTo>
                    <a:pt x="121558" y="460600"/>
                    <a:pt x="106470" y="410580"/>
                    <a:pt x="106470" y="410580"/>
                  </a:cubicBezTo>
                  <a:cubicBezTo>
                    <a:pt x="94769" y="380898"/>
                    <a:pt x="77860" y="372968"/>
                    <a:pt x="77860" y="372968"/>
                  </a:cubicBezTo>
                  <a:cubicBezTo>
                    <a:pt x="54564" y="357023"/>
                    <a:pt x="79660" y="357345"/>
                    <a:pt x="79660" y="357345"/>
                  </a:cubicBezTo>
                  <a:cubicBezTo>
                    <a:pt x="105485" y="359145"/>
                    <a:pt x="119051" y="383834"/>
                    <a:pt x="119051" y="383834"/>
                  </a:cubicBezTo>
                  <a:cubicBezTo>
                    <a:pt x="141982" y="423160"/>
                    <a:pt x="179251" y="411801"/>
                    <a:pt x="193953" y="405222"/>
                  </a:cubicBezTo>
                  <a:cubicBezTo>
                    <a:pt x="196267" y="388591"/>
                    <a:pt x="202890" y="377254"/>
                    <a:pt x="210241" y="370825"/>
                  </a:cubicBezTo>
                  <a:cubicBezTo>
                    <a:pt x="153126" y="364396"/>
                    <a:pt x="93097" y="342278"/>
                    <a:pt x="93097" y="243738"/>
                  </a:cubicBezTo>
                  <a:cubicBezTo>
                    <a:pt x="93097" y="215663"/>
                    <a:pt x="103063" y="192731"/>
                    <a:pt x="119565" y="174729"/>
                  </a:cubicBezTo>
                  <a:cubicBezTo>
                    <a:pt x="116672" y="168235"/>
                    <a:pt x="107992" y="142089"/>
                    <a:pt x="121815" y="106663"/>
                  </a:cubicBezTo>
                  <a:cubicBezTo>
                    <a:pt x="121815" y="106663"/>
                    <a:pt x="143354" y="99762"/>
                    <a:pt x="192538" y="133024"/>
                  </a:cubicBezTo>
                  <a:cubicBezTo>
                    <a:pt x="213112" y="127302"/>
                    <a:pt x="234972" y="124473"/>
                    <a:pt x="256832" y="124344"/>
                  </a:cubicBezTo>
                  <a:cubicBezTo>
                    <a:pt x="278692" y="124473"/>
                    <a:pt x="300552" y="127302"/>
                    <a:pt x="321126" y="133024"/>
                  </a:cubicBezTo>
                  <a:cubicBezTo>
                    <a:pt x="369989" y="99762"/>
                    <a:pt x="391528" y="106663"/>
                    <a:pt x="391528" y="106663"/>
                  </a:cubicBezTo>
                  <a:cubicBezTo>
                    <a:pt x="405351" y="142089"/>
                    <a:pt x="396671" y="168235"/>
                    <a:pt x="394099" y="174729"/>
                  </a:cubicBezTo>
                  <a:cubicBezTo>
                    <a:pt x="410494" y="192731"/>
                    <a:pt x="420460" y="215663"/>
                    <a:pt x="420460" y="243738"/>
                  </a:cubicBezTo>
                  <a:cubicBezTo>
                    <a:pt x="420460" y="342536"/>
                    <a:pt x="360345" y="364288"/>
                    <a:pt x="303124" y="370611"/>
                  </a:cubicBezTo>
                  <a:cubicBezTo>
                    <a:pt x="312125" y="378326"/>
                    <a:pt x="320483" y="394099"/>
                    <a:pt x="320483" y="418188"/>
                  </a:cubicBezTo>
                  <a:cubicBezTo>
                    <a:pt x="320483" y="452607"/>
                    <a:pt x="320161" y="480253"/>
                    <a:pt x="320161" y="488611"/>
                  </a:cubicBezTo>
                  <a:cubicBezTo>
                    <a:pt x="320161" y="495362"/>
                    <a:pt x="324662" y="503399"/>
                    <a:pt x="337842" y="500827"/>
                  </a:cubicBezTo>
                  <a:cubicBezTo>
                    <a:pt x="440734" y="467094"/>
                    <a:pt x="514350" y="370653"/>
                    <a:pt x="514350" y="257175"/>
                  </a:cubicBezTo>
                  <a:cubicBezTo>
                    <a:pt x="514350" y="115150"/>
                    <a:pt x="399200" y="0"/>
                    <a:pt x="257175" y="0"/>
                  </a:cubicBezTo>
                </a:path>
              </a:pathLst>
            </a:custGeom>
            <a:solidFill>
              <a:srgbClr val="F3F5F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956685" y="1827848"/>
              <a:ext cx="447268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Larkspur-Wang / Codex_Keyboard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221355" y="2464118"/>
              <a:ext cx="39227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Consolas"/>
                  <a:ea typeface="Microsoft YaHei"/>
                  <a:cs typeface="Consolas"/>
                </a:rPr>
                <a:t>github.com/Larkspur-Wang/Codex_Keyboard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238500" y="3162300"/>
            <a:ext cx="8343900" cy="1847850"/>
            <a:chOff x="3238500" y="3162300"/>
            <a:chExt cx="8343900" cy="1847850"/>
          </a:xfrm>
        </p:grpSpPr>
        <p:sp>
          <p:nvSpPr>
            <p:cNvPr id="9" name="Rectangle 9"/>
            <p:cNvSpPr/>
            <p:nvPr/>
          </p:nvSpPr>
          <p:spPr>
            <a:xfrm>
              <a:off x="3238500" y="3162300"/>
              <a:ext cx="2628900" cy="1847850"/>
            </a:xfrm>
            <a:prstGeom prst="roundRect">
              <a:avLst>
                <a:gd name="adj" fmla="val 4124"/>
              </a:avLst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03295" y="3460432"/>
              <a:ext cx="122015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firmware/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08058" y="392001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ESP-IDF 主工程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08058" y="4224814"/>
              <a:ext cx="153707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host_test / CTest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08058" y="4529614"/>
              <a:ext cx="117152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真机烧录与 HIL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191250" y="3162300"/>
              <a:ext cx="2628900" cy="1847850"/>
            </a:xfrm>
            <a:prstGeom prst="roundRect">
              <a:avLst>
                <a:gd name="adj" fmla="val 4124"/>
              </a:avLst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56045" y="3460432"/>
              <a:ext cx="5501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app/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0808" y="3920014"/>
              <a:ext cx="8314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Rust Host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0808" y="4224814"/>
              <a:ext cx="106951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Dashboard UI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0808" y="4529614"/>
              <a:ext cx="153707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SQLite / LAN / TTS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144000" y="3162300"/>
              <a:ext cx="2438400" cy="1847850"/>
            </a:xfrm>
            <a:prstGeom prst="roundRect">
              <a:avLst>
                <a:gd name="adj" fmla="val 4124"/>
              </a:avLst>
            </a:prstGeom>
            <a:solidFill>
              <a:srgbClr val="F3F5F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08795" y="3460432"/>
              <a:ext cx="6772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211F"/>
                  </a:solidFill>
                  <a:latin typeface="Consolas"/>
                  <a:ea typeface="Microsoft YaHei"/>
                  <a:cs typeface="Consolas"/>
                </a:rPr>
                <a:t>docs/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13558" y="3920014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产品规格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13558" y="422481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架构与协议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13558" y="4529614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开发过程记录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219450" y="5629275"/>
            <a:ext cx="5468779" cy="304800"/>
            <a:chOff x="3219450" y="5629275"/>
            <a:chExt cx="5468779" cy="304800"/>
          </a:xfrm>
        </p:grpSpPr>
        <p:sp>
          <p:nvSpPr>
            <p:cNvPr id="25" name="TextBox 25"/>
            <p:cNvSpPr txBox="1"/>
            <p:nvPr/>
          </p:nvSpPr>
          <p:spPr>
            <a:xfrm>
              <a:off x="3219450" y="5629275"/>
              <a:ext cx="54687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0A636"/>
                  </a:solidFill>
                  <a:latin typeface="Arial"/>
                  <a:ea typeface="Microsoft YaHei"/>
                  <a:cs typeface="Arial"/>
                </a:rPr>
                <a:t>建议从 README 的同 Wi-Fi 演示路径开始，再看协议与测试。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47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4" grpId="0"/>
      <p:bldP spid="2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